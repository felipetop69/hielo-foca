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slideLayouts/slideLayout3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2"/>
    <p:sldMasterId id="2147483658" r:id="rId3"/>
    <p:sldMasterId id="2147483683" r:id="rId4"/>
  </p:sldMasterIdLst>
  <p:notesMasterIdLst>
    <p:notesMasterId r:id="rId12"/>
  </p:notesMasterIdLst>
  <p:sldIdLst>
    <p:sldId id="256" r:id="rId5"/>
    <p:sldId id="257" r:id="rId6"/>
    <p:sldId id="262" r:id="rId7"/>
    <p:sldId id="259" r:id="rId8"/>
    <p:sldId id="268" r:id="rId9"/>
    <p:sldId id="269" r:id="rId10"/>
    <p:sldId id="267" r:id="rId11"/>
  </p:sldIdLst>
  <p:sldSz cx="9144000" cy="5143500" type="screen16x9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C6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26" y="9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6DEE86-7C06-412F-997F-C0ACFCF4D8ED}" type="datetimeFigureOut">
              <a:rPr lang="es-CO" smtClean="0"/>
              <a:t>13/03/2026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1577CB-E0C0-44A3-96F3-C539521587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13673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577CB-E0C0-44A3-96F3-C539521587EB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5409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stories.freepik.com/" TargetMode="Externa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0" y="1850040"/>
            <a:ext cx="4088520" cy="179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36" name="Google Shape;10;p2"/>
          <p:cNvCxnSpPr/>
          <p:nvPr/>
        </p:nvCxnSpPr>
        <p:spPr>
          <a:xfrm flipH="1">
            <a:off x="5826960" y="451080"/>
            <a:ext cx="1672920" cy="126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2" name="Google Shape;11;p2"/>
          <p:cNvCxnSpPr/>
          <p:nvPr/>
        </p:nvCxnSpPr>
        <p:spPr>
          <a:xfrm flipH="1" flipV="1">
            <a:off x="7512840" y="457560"/>
            <a:ext cx="829800" cy="7437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3" name="Google Shape;12;p2"/>
          <p:cNvCxnSpPr/>
          <p:nvPr/>
        </p:nvCxnSpPr>
        <p:spPr>
          <a:xfrm flipH="1">
            <a:off x="8348760" y="-6480"/>
            <a:ext cx="797040" cy="11880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4" name="Google Shape;13;p2"/>
          <p:cNvGrpSpPr/>
          <p:nvPr/>
        </p:nvGrpSpPr>
        <p:grpSpPr>
          <a:xfrm>
            <a:off x="8064360" y="887760"/>
            <a:ext cx="581400" cy="582120"/>
            <a:chOff x="8064360" y="887760"/>
            <a:chExt cx="581400" cy="582120"/>
          </a:xfrm>
        </p:grpSpPr>
        <p:sp>
          <p:nvSpPr>
            <p:cNvPr id="5" name="Google Shape;14;p2"/>
            <p:cNvSpPr/>
            <p:nvPr/>
          </p:nvSpPr>
          <p:spPr>
            <a:xfrm>
              <a:off x="8068680" y="89280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" name="Google Shape;15;p2"/>
            <p:cNvSpPr/>
            <p:nvPr/>
          </p:nvSpPr>
          <p:spPr>
            <a:xfrm>
              <a:off x="8064360" y="88776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" name="Google Shape;16;p2"/>
            <p:cNvSpPr/>
            <p:nvPr/>
          </p:nvSpPr>
          <p:spPr>
            <a:xfrm>
              <a:off x="8141040" y="96516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7;p2"/>
            <p:cNvSpPr/>
            <p:nvPr/>
          </p:nvSpPr>
          <p:spPr>
            <a:xfrm>
              <a:off x="8136720" y="9604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8;p2"/>
            <p:cNvSpPr/>
            <p:nvPr/>
          </p:nvSpPr>
          <p:spPr>
            <a:xfrm>
              <a:off x="8219880" y="104400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19;p2"/>
            <p:cNvSpPr/>
            <p:nvPr/>
          </p:nvSpPr>
          <p:spPr>
            <a:xfrm>
              <a:off x="8215200" y="103932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1" name="Google Shape;20;p2"/>
          <p:cNvGrpSpPr/>
          <p:nvPr/>
        </p:nvGrpSpPr>
        <p:grpSpPr>
          <a:xfrm>
            <a:off x="7353000" y="316440"/>
            <a:ext cx="291600" cy="292320"/>
            <a:chOff x="7353000" y="316440"/>
            <a:chExt cx="291600" cy="292320"/>
          </a:xfrm>
        </p:grpSpPr>
        <p:sp>
          <p:nvSpPr>
            <p:cNvPr id="12" name="Google Shape;21;p2"/>
            <p:cNvSpPr/>
            <p:nvPr/>
          </p:nvSpPr>
          <p:spPr>
            <a:xfrm>
              <a:off x="7358040" y="32112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" name="Google Shape;22;p2"/>
            <p:cNvSpPr/>
            <p:nvPr/>
          </p:nvSpPr>
          <p:spPr>
            <a:xfrm>
              <a:off x="7353000" y="31644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" name="Google Shape;23;p2"/>
            <p:cNvSpPr/>
            <p:nvPr/>
          </p:nvSpPr>
          <p:spPr>
            <a:xfrm>
              <a:off x="7419960" y="3830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" name="Google Shape;24;p2"/>
            <p:cNvSpPr/>
            <p:nvPr/>
          </p:nvSpPr>
          <p:spPr>
            <a:xfrm>
              <a:off x="7415640" y="37872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6" name="Google Shape;25;p2"/>
          <p:cNvSpPr/>
          <p:nvPr/>
        </p:nvSpPr>
        <p:spPr>
          <a:xfrm>
            <a:off x="5690520" y="425880"/>
            <a:ext cx="288360" cy="288000"/>
          </a:xfrm>
          <a:custGeom>
            <a:avLst/>
            <a:gdLst>
              <a:gd name="textAreaLeft" fmla="*/ 0 w 288360"/>
              <a:gd name="textAreaRight" fmla="*/ 28872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" name="Google Shape;26;p2"/>
          <p:cNvSpPr/>
          <p:nvPr/>
        </p:nvSpPr>
        <p:spPr>
          <a:xfrm>
            <a:off x="5688360" y="423360"/>
            <a:ext cx="292680" cy="293040"/>
          </a:xfrm>
          <a:custGeom>
            <a:avLst/>
            <a:gdLst>
              <a:gd name="textAreaLeft" fmla="*/ 0 w 292680"/>
              <a:gd name="textAreaRight" fmla="*/ 29304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" name="Google Shape;27;p2"/>
          <p:cNvSpPr/>
          <p:nvPr/>
        </p:nvSpPr>
        <p:spPr>
          <a:xfrm>
            <a:off x="5727240" y="462240"/>
            <a:ext cx="215280" cy="214920"/>
          </a:xfrm>
          <a:custGeom>
            <a:avLst/>
            <a:gdLst>
              <a:gd name="textAreaLeft" fmla="*/ 0 w 215280"/>
              <a:gd name="textAreaRight" fmla="*/ 21564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" name="Google Shape;28;p2"/>
          <p:cNvSpPr/>
          <p:nvPr/>
        </p:nvSpPr>
        <p:spPr>
          <a:xfrm>
            <a:off x="5724720" y="459720"/>
            <a:ext cx="219600" cy="219960"/>
          </a:xfrm>
          <a:custGeom>
            <a:avLst/>
            <a:gdLst>
              <a:gd name="textAreaLeft" fmla="*/ 0 w 219600"/>
              <a:gd name="textAreaRight" fmla="*/ 21996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" name="Google Shape;29;p2"/>
          <p:cNvSpPr/>
          <p:nvPr/>
        </p:nvSpPr>
        <p:spPr>
          <a:xfrm>
            <a:off x="5766480" y="501840"/>
            <a:ext cx="135720" cy="135720"/>
          </a:xfrm>
          <a:custGeom>
            <a:avLst/>
            <a:gdLst>
              <a:gd name="textAreaLeft" fmla="*/ 0 w 135720"/>
              <a:gd name="textAreaRight" fmla="*/ 13608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040" bIns="68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" name="Google Shape;30;p2"/>
          <p:cNvSpPr/>
          <p:nvPr/>
        </p:nvSpPr>
        <p:spPr>
          <a:xfrm>
            <a:off x="5764320" y="499680"/>
            <a:ext cx="140760" cy="140400"/>
          </a:xfrm>
          <a:custGeom>
            <a:avLst/>
            <a:gdLst>
              <a:gd name="textAreaLeft" fmla="*/ 0 w 140760"/>
              <a:gd name="textAreaRight" fmla="*/ 14112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0200" bIns="70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2" name="Google Shape;31;p2"/>
          <p:cNvGrpSpPr/>
          <p:nvPr/>
        </p:nvGrpSpPr>
        <p:grpSpPr>
          <a:xfrm>
            <a:off x="5443200" y="289440"/>
            <a:ext cx="174960" cy="26640"/>
            <a:chOff x="5443200" y="289440"/>
            <a:chExt cx="174960" cy="26640"/>
          </a:xfrm>
        </p:grpSpPr>
        <p:sp>
          <p:nvSpPr>
            <p:cNvPr id="23" name="Google Shape;32;p2"/>
            <p:cNvSpPr/>
            <p:nvPr/>
          </p:nvSpPr>
          <p:spPr>
            <a:xfrm>
              <a:off x="5443200" y="2894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" name="Google Shape;33;p2"/>
            <p:cNvSpPr/>
            <p:nvPr/>
          </p:nvSpPr>
          <p:spPr>
            <a:xfrm>
              <a:off x="5517360" y="2894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" name="Google Shape;34;p2"/>
            <p:cNvSpPr/>
            <p:nvPr/>
          </p:nvSpPr>
          <p:spPr>
            <a:xfrm>
              <a:off x="5591520" y="2894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6" name="Google Shape;35;p2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27" name="Google Shape;36;p2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" name="Google Shape;37;p2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" name="Google Shape;38;p2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0" name="Google Shape;39;p2"/>
          <p:cNvGrpSpPr/>
          <p:nvPr/>
        </p:nvGrpSpPr>
        <p:grpSpPr>
          <a:xfrm>
            <a:off x="8068680" y="1581840"/>
            <a:ext cx="174600" cy="26640"/>
            <a:chOff x="8068680" y="1581840"/>
            <a:chExt cx="174600" cy="26640"/>
          </a:xfrm>
        </p:grpSpPr>
        <p:sp>
          <p:nvSpPr>
            <p:cNvPr id="31" name="Google Shape;40;p2"/>
            <p:cNvSpPr/>
            <p:nvPr/>
          </p:nvSpPr>
          <p:spPr>
            <a:xfrm>
              <a:off x="806868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" name="Google Shape;41;p2"/>
            <p:cNvSpPr/>
            <p:nvPr/>
          </p:nvSpPr>
          <p:spPr>
            <a:xfrm>
              <a:off x="814284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" name="Google Shape;42;p2"/>
            <p:cNvSpPr/>
            <p:nvPr/>
          </p:nvSpPr>
          <p:spPr>
            <a:xfrm>
              <a:off x="821664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2105280" y="384120"/>
            <a:ext cx="4937400" cy="1078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52" name="Google Shape;914;p19"/>
          <p:cNvSpPr/>
          <p:nvPr/>
        </p:nvSpPr>
        <p:spPr>
          <a:xfrm>
            <a:off x="2097360" y="3664080"/>
            <a:ext cx="4945320" cy="76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</a:rPr>
              <a:t>CREDITS:</a:t>
            </a:r>
            <a:r>
              <a:rPr lang="en" sz="1100" b="0" u="none" strike="noStrik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This presentation template was created by </a:t>
            </a:r>
            <a:r>
              <a:rPr lang="en" sz="1100" b="0" u="sng" strike="noStrike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  <a:hlinkClick r:id="rId2"/>
              </a:rPr>
              <a:t>Slidesgo</a:t>
            </a:r>
            <a:r>
              <a:rPr lang="en" sz="1100" b="0" u="none" strike="noStrik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, including icons, infographics &amp; images by </a:t>
            </a:r>
            <a:r>
              <a:rPr lang="en" sz="1100" b="0" u="sng" strike="noStrike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  <a:hlinkClick r:id="rId3"/>
              </a:rPr>
              <a:t>Freepik</a:t>
            </a:r>
            <a:r>
              <a:rPr lang="en" sz="1100" b="0" u="none" strike="noStrik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and illustrations by </a:t>
            </a:r>
            <a:r>
              <a:rPr lang="en" sz="1100" b="0" u="sng" strike="noStrike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  <a:hlinkClick r:id="rId4"/>
              </a:rPr>
              <a:t>Stories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353" name="Google Shape;915;p19"/>
          <p:cNvCxnSpPr/>
          <p:nvPr/>
        </p:nvCxnSpPr>
        <p:spPr>
          <a:xfrm flipH="1">
            <a:off x="7682760" y="2910960"/>
            <a:ext cx="306720" cy="11336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354" name="Google Shape;916;p19"/>
          <p:cNvCxnSpPr/>
          <p:nvPr/>
        </p:nvCxnSpPr>
        <p:spPr>
          <a:xfrm>
            <a:off x="7694640" y="1568880"/>
            <a:ext cx="315720" cy="13424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355" name="Google Shape;917;p19"/>
          <p:cNvCxnSpPr/>
          <p:nvPr/>
        </p:nvCxnSpPr>
        <p:spPr>
          <a:xfrm flipH="1">
            <a:off x="7702200" y="266400"/>
            <a:ext cx="392400" cy="13323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356" name="Google Shape;918;p19"/>
          <p:cNvCxnSpPr/>
          <p:nvPr/>
        </p:nvCxnSpPr>
        <p:spPr>
          <a:xfrm flipH="1">
            <a:off x="8101800" y="0"/>
            <a:ext cx="407160" cy="2739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357" name="Google Shape;919;p19"/>
          <p:cNvGrpSpPr/>
          <p:nvPr/>
        </p:nvGrpSpPr>
        <p:grpSpPr>
          <a:xfrm>
            <a:off x="7407360" y="1284840"/>
            <a:ext cx="582120" cy="581400"/>
            <a:chOff x="7407360" y="1284840"/>
            <a:chExt cx="582120" cy="581400"/>
          </a:xfrm>
        </p:grpSpPr>
        <p:sp>
          <p:nvSpPr>
            <p:cNvPr id="358" name="Google Shape;920;p19"/>
            <p:cNvSpPr/>
            <p:nvPr/>
          </p:nvSpPr>
          <p:spPr>
            <a:xfrm rot="16200000" flipV="1">
              <a:off x="7412040" y="12895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-360 h 572040"/>
                <a:gd name="textAreaBottom" fmla="*/ 57204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9" name="Google Shape;921;p19"/>
            <p:cNvSpPr/>
            <p:nvPr/>
          </p:nvSpPr>
          <p:spPr>
            <a:xfrm rot="16200000" flipV="1">
              <a:off x="7407720" y="128412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-360 h 582120"/>
                <a:gd name="textAreaBottom" fmla="*/ 58212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0" name="Google Shape;922;p19"/>
            <p:cNvSpPr/>
            <p:nvPr/>
          </p:nvSpPr>
          <p:spPr>
            <a:xfrm rot="16200000" flipV="1">
              <a:off x="7484760" y="136260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360 h 426960"/>
                <a:gd name="textAreaBottom" fmla="*/ 42768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1" name="Google Shape;923;p19"/>
            <p:cNvSpPr/>
            <p:nvPr/>
          </p:nvSpPr>
          <p:spPr>
            <a:xfrm rot="16200000" flipV="1">
              <a:off x="7480080" y="13564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360 h 437040"/>
                <a:gd name="textAreaBottom" fmla="*/ 43776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2" name="Google Shape;924;p19"/>
            <p:cNvSpPr/>
            <p:nvPr/>
          </p:nvSpPr>
          <p:spPr>
            <a:xfrm rot="16200000" flipV="1">
              <a:off x="7563240" y="144108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360 h 270000"/>
                <a:gd name="textAreaBottom" fmla="*/ 27072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3" name="Google Shape;925;p19"/>
            <p:cNvSpPr/>
            <p:nvPr/>
          </p:nvSpPr>
          <p:spPr>
            <a:xfrm rot="16200000" flipV="1">
              <a:off x="7558560" y="14360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-360 h 279000"/>
                <a:gd name="textAreaBottom" fmla="*/ 27900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64" name="Google Shape;926;p19"/>
          <p:cNvGrpSpPr/>
          <p:nvPr/>
        </p:nvGrpSpPr>
        <p:grpSpPr>
          <a:xfrm>
            <a:off x="7869600" y="2754360"/>
            <a:ext cx="292320" cy="291600"/>
            <a:chOff x="7869600" y="2754360"/>
            <a:chExt cx="292320" cy="291600"/>
          </a:xfrm>
        </p:grpSpPr>
        <p:sp>
          <p:nvSpPr>
            <p:cNvPr id="365" name="Google Shape;927;p19"/>
            <p:cNvSpPr/>
            <p:nvPr/>
          </p:nvSpPr>
          <p:spPr>
            <a:xfrm rot="16200000" flipV="1">
              <a:off x="7874640" y="2759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360 h 282240"/>
                <a:gd name="textAreaBottom" fmla="*/ 28296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6" name="Google Shape;928;p19"/>
            <p:cNvSpPr/>
            <p:nvPr/>
          </p:nvSpPr>
          <p:spPr>
            <a:xfrm rot="16200000" flipV="1">
              <a:off x="7869960" y="2754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360 h 292320"/>
                <a:gd name="textAreaBottom" fmla="*/ 29304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7" name="Google Shape;929;p19"/>
            <p:cNvSpPr/>
            <p:nvPr/>
          </p:nvSpPr>
          <p:spPr>
            <a:xfrm rot="16200000" flipV="1">
              <a:off x="7937280" y="2820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-360 h 158040"/>
                <a:gd name="textAreaBottom" fmla="*/ 15804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8" name="Google Shape;930;p19"/>
            <p:cNvSpPr/>
            <p:nvPr/>
          </p:nvSpPr>
          <p:spPr>
            <a:xfrm rot="16200000" flipV="1">
              <a:off x="7932240" y="281556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-360 h 167400"/>
                <a:gd name="textAreaBottom" fmla="*/ 16740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69" name="Google Shape;931;p19"/>
          <p:cNvGrpSpPr/>
          <p:nvPr/>
        </p:nvGrpSpPr>
        <p:grpSpPr>
          <a:xfrm>
            <a:off x="8012880" y="177840"/>
            <a:ext cx="174600" cy="174600"/>
            <a:chOff x="8012880" y="177840"/>
            <a:chExt cx="174600" cy="174600"/>
          </a:xfrm>
        </p:grpSpPr>
        <p:sp>
          <p:nvSpPr>
            <p:cNvPr id="370" name="Google Shape;932;p19"/>
            <p:cNvSpPr/>
            <p:nvPr/>
          </p:nvSpPr>
          <p:spPr>
            <a:xfrm rot="16200000" flipV="1">
              <a:off x="8016840" y="1825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-360 h 165240"/>
                <a:gd name="textAreaBottom" fmla="*/ 16524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1" name="Google Shape;933;p19"/>
            <p:cNvSpPr/>
            <p:nvPr/>
          </p:nvSpPr>
          <p:spPr>
            <a:xfrm rot="16200000" flipV="1">
              <a:off x="8012880" y="1774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-360 h 174600"/>
                <a:gd name="textAreaBottom" fmla="*/ 17460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2" name="Google Shape;934;p19"/>
            <p:cNvSpPr/>
            <p:nvPr/>
          </p:nvSpPr>
          <p:spPr>
            <a:xfrm rot="16200000" flipV="1">
              <a:off x="8053560" y="2188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360 h 92880"/>
                <a:gd name="textAreaBottom" fmla="*/ 9360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3" name="Google Shape;935;p19"/>
            <p:cNvSpPr/>
            <p:nvPr/>
          </p:nvSpPr>
          <p:spPr>
            <a:xfrm rot="16200000" flipV="1">
              <a:off x="8048880" y="21492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360 h 101520"/>
                <a:gd name="textAreaBottom" fmla="*/ 10224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74" name="Google Shape;936;p19"/>
          <p:cNvGrpSpPr/>
          <p:nvPr/>
        </p:nvGrpSpPr>
        <p:grpSpPr>
          <a:xfrm>
            <a:off x="7551720" y="3880440"/>
            <a:ext cx="293040" cy="292680"/>
            <a:chOff x="7551720" y="3880440"/>
            <a:chExt cx="293040" cy="292680"/>
          </a:xfrm>
        </p:grpSpPr>
        <p:sp>
          <p:nvSpPr>
            <p:cNvPr id="375" name="Google Shape;937;p19"/>
            <p:cNvSpPr/>
            <p:nvPr/>
          </p:nvSpPr>
          <p:spPr>
            <a:xfrm rot="5400000" flipH="1">
              <a:off x="7553880" y="388260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6" name="Google Shape;938;p19"/>
            <p:cNvSpPr/>
            <p:nvPr/>
          </p:nvSpPr>
          <p:spPr>
            <a:xfrm rot="5400000" flipH="1">
              <a:off x="7551720" y="388008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7" name="Google Shape;939;p19"/>
            <p:cNvSpPr/>
            <p:nvPr/>
          </p:nvSpPr>
          <p:spPr>
            <a:xfrm rot="5400000" flipH="1">
              <a:off x="7589520" y="391932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8" name="Google Shape;940;p19"/>
            <p:cNvSpPr/>
            <p:nvPr/>
          </p:nvSpPr>
          <p:spPr>
            <a:xfrm rot="5400000" flipH="1">
              <a:off x="7587360" y="391680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9" name="Google Shape;941;p19"/>
            <p:cNvSpPr/>
            <p:nvPr/>
          </p:nvSpPr>
          <p:spPr>
            <a:xfrm rot="5400000" flipH="1">
              <a:off x="7629480" y="395928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0" name="Google Shape;942;p19"/>
            <p:cNvSpPr/>
            <p:nvPr/>
          </p:nvSpPr>
          <p:spPr>
            <a:xfrm rot="5400000" flipH="1">
              <a:off x="7627680" y="395640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81" name="Google Shape;943;p19"/>
          <p:cNvGrpSpPr/>
          <p:nvPr/>
        </p:nvGrpSpPr>
        <p:grpSpPr>
          <a:xfrm>
            <a:off x="8333280" y="249120"/>
            <a:ext cx="26640" cy="174600"/>
            <a:chOff x="8333280" y="249120"/>
            <a:chExt cx="26640" cy="174600"/>
          </a:xfrm>
        </p:grpSpPr>
        <p:sp>
          <p:nvSpPr>
            <p:cNvPr id="382" name="Google Shape;944;p19"/>
            <p:cNvSpPr/>
            <p:nvPr/>
          </p:nvSpPr>
          <p:spPr>
            <a:xfrm rot="16200000" flipV="1">
              <a:off x="8333280" y="3970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3" name="Google Shape;945;p19"/>
            <p:cNvSpPr/>
            <p:nvPr/>
          </p:nvSpPr>
          <p:spPr>
            <a:xfrm rot="16200000" flipV="1">
              <a:off x="8333280" y="3232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4" name="Google Shape;946;p19"/>
            <p:cNvSpPr/>
            <p:nvPr/>
          </p:nvSpPr>
          <p:spPr>
            <a:xfrm rot="16200000" flipV="1">
              <a:off x="8333280" y="2491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385" name="Google Shape;947;p19"/>
          <p:cNvCxnSpPr/>
          <p:nvPr/>
        </p:nvCxnSpPr>
        <p:spPr>
          <a:xfrm flipH="1" flipV="1">
            <a:off x="1513800" y="1824840"/>
            <a:ext cx="126360" cy="167292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386" name="Google Shape;948;p19"/>
          <p:cNvCxnSpPr/>
          <p:nvPr/>
        </p:nvCxnSpPr>
        <p:spPr>
          <a:xfrm flipV="1">
            <a:off x="889920" y="3510720"/>
            <a:ext cx="743760" cy="82980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387" name="Google Shape;949;p19"/>
          <p:cNvCxnSpPr/>
          <p:nvPr/>
        </p:nvCxnSpPr>
        <p:spPr>
          <a:xfrm flipH="1" flipV="1">
            <a:off x="909720" y="4347000"/>
            <a:ext cx="1188360" cy="79668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388" name="Google Shape;950;p19"/>
          <p:cNvGrpSpPr/>
          <p:nvPr/>
        </p:nvGrpSpPr>
        <p:grpSpPr>
          <a:xfrm>
            <a:off x="621360" y="4062240"/>
            <a:ext cx="582120" cy="581400"/>
            <a:chOff x="621360" y="4062240"/>
            <a:chExt cx="582120" cy="581400"/>
          </a:xfrm>
        </p:grpSpPr>
        <p:sp>
          <p:nvSpPr>
            <p:cNvPr id="389" name="Google Shape;951;p19"/>
            <p:cNvSpPr/>
            <p:nvPr/>
          </p:nvSpPr>
          <p:spPr>
            <a:xfrm rot="5400000">
              <a:off x="626040" y="40669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0" name="Google Shape;952;p19"/>
            <p:cNvSpPr/>
            <p:nvPr/>
          </p:nvSpPr>
          <p:spPr>
            <a:xfrm rot="5400000">
              <a:off x="621360" y="406188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1" name="Google Shape;953;p19"/>
            <p:cNvSpPr/>
            <p:nvPr/>
          </p:nvSpPr>
          <p:spPr>
            <a:xfrm rot="5400000">
              <a:off x="698760" y="41396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2" name="Google Shape;954;p19"/>
            <p:cNvSpPr/>
            <p:nvPr/>
          </p:nvSpPr>
          <p:spPr>
            <a:xfrm rot="5400000">
              <a:off x="694080" y="413424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3" name="Google Shape;955;p19"/>
            <p:cNvSpPr/>
            <p:nvPr/>
          </p:nvSpPr>
          <p:spPr>
            <a:xfrm rot="5400000">
              <a:off x="777600" y="42177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4" name="Google Shape;956;p19"/>
            <p:cNvSpPr/>
            <p:nvPr/>
          </p:nvSpPr>
          <p:spPr>
            <a:xfrm rot="5400000">
              <a:off x="772560" y="42134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95" name="Google Shape;957;p19"/>
          <p:cNvGrpSpPr/>
          <p:nvPr/>
        </p:nvGrpSpPr>
        <p:grpSpPr>
          <a:xfrm>
            <a:off x="1482840" y="3351240"/>
            <a:ext cx="292320" cy="291600"/>
            <a:chOff x="1482840" y="3351240"/>
            <a:chExt cx="292320" cy="291600"/>
          </a:xfrm>
        </p:grpSpPr>
        <p:sp>
          <p:nvSpPr>
            <p:cNvPr id="396" name="Google Shape;958;p19"/>
            <p:cNvSpPr/>
            <p:nvPr/>
          </p:nvSpPr>
          <p:spPr>
            <a:xfrm rot="5400000">
              <a:off x="1487880" y="335628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7" name="Google Shape;959;p19"/>
            <p:cNvSpPr/>
            <p:nvPr/>
          </p:nvSpPr>
          <p:spPr>
            <a:xfrm rot="5400000">
              <a:off x="1483200" y="335088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8" name="Google Shape;960;p19"/>
            <p:cNvSpPr/>
            <p:nvPr/>
          </p:nvSpPr>
          <p:spPr>
            <a:xfrm rot="5400000">
              <a:off x="1550160" y="34178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9" name="Google Shape;961;p19"/>
            <p:cNvSpPr/>
            <p:nvPr/>
          </p:nvSpPr>
          <p:spPr>
            <a:xfrm rot="5400000">
              <a:off x="1545480" y="341352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00" name="Google Shape;962;p19"/>
          <p:cNvGrpSpPr/>
          <p:nvPr/>
        </p:nvGrpSpPr>
        <p:grpSpPr>
          <a:xfrm>
            <a:off x="1595520" y="4790160"/>
            <a:ext cx="174600" cy="174600"/>
            <a:chOff x="1595520" y="4790160"/>
            <a:chExt cx="174600" cy="174600"/>
          </a:xfrm>
        </p:grpSpPr>
        <p:sp>
          <p:nvSpPr>
            <p:cNvPr id="401" name="Google Shape;963;p19"/>
            <p:cNvSpPr/>
            <p:nvPr/>
          </p:nvSpPr>
          <p:spPr>
            <a:xfrm rot="5400000">
              <a:off x="1599480" y="479484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2" name="Google Shape;964;p19"/>
            <p:cNvSpPr/>
            <p:nvPr/>
          </p:nvSpPr>
          <p:spPr>
            <a:xfrm rot="5400000">
              <a:off x="1595520" y="479016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3" name="Google Shape;965;p19"/>
            <p:cNvSpPr/>
            <p:nvPr/>
          </p:nvSpPr>
          <p:spPr>
            <a:xfrm rot="5400000">
              <a:off x="1636200" y="483120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4" name="Google Shape;966;p19"/>
            <p:cNvSpPr/>
            <p:nvPr/>
          </p:nvSpPr>
          <p:spPr>
            <a:xfrm rot="5400000">
              <a:off x="1631520" y="482688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05" name="Google Shape;967;p19"/>
          <p:cNvSpPr/>
          <p:nvPr/>
        </p:nvSpPr>
        <p:spPr>
          <a:xfrm rot="5400000">
            <a:off x="1377360" y="1688760"/>
            <a:ext cx="288360" cy="288000"/>
          </a:xfrm>
          <a:custGeom>
            <a:avLst/>
            <a:gdLst>
              <a:gd name="textAreaLeft" fmla="*/ 0 w 288360"/>
              <a:gd name="textAreaRight" fmla="*/ 28872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rgbClr val="77C6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6" name="Google Shape;968;p19"/>
          <p:cNvSpPr/>
          <p:nvPr/>
        </p:nvSpPr>
        <p:spPr>
          <a:xfrm rot="5400000">
            <a:off x="1375200" y="1685880"/>
            <a:ext cx="292680" cy="293040"/>
          </a:xfrm>
          <a:custGeom>
            <a:avLst/>
            <a:gdLst>
              <a:gd name="textAreaLeft" fmla="*/ 0 w 292680"/>
              <a:gd name="textAreaRight" fmla="*/ 29304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07" name="Google Shape;969;p19"/>
          <p:cNvSpPr/>
          <p:nvPr/>
        </p:nvSpPr>
        <p:spPr>
          <a:xfrm rot="5400000">
            <a:off x="1413720" y="1725120"/>
            <a:ext cx="215280" cy="214920"/>
          </a:xfrm>
          <a:custGeom>
            <a:avLst/>
            <a:gdLst>
              <a:gd name="textAreaLeft" fmla="*/ 0 w 215280"/>
              <a:gd name="textAreaRight" fmla="*/ 21564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8" name="Google Shape;970;p19"/>
          <p:cNvSpPr/>
          <p:nvPr/>
        </p:nvSpPr>
        <p:spPr>
          <a:xfrm rot="5400000">
            <a:off x="1411560" y="1722600"/>
            <a:ext cx="219600" cy="219960"/>
          </a:xfrm>
          <a:custGeom>
            <a:avLst/>
            <a:gdLst>
              <a:gd name="textAreaLeft" fmla="*/ 0 w 219600"/>
              <a:gd name="textAreaRight" fmla="*/ 21996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09" name="Google Shape;971;p19"/>
          <p:cNvSpPr/>
          <p:nvPr/>
        </p:nvSpPr>
        <p:spPr>
          <a:xfrm rot="5400000">
            <a:off x="1453680" y="1764720"/>
            <a:ext cx="135720" cy="135720"/>
          </a:xfrm>
          <a:custGeom>
            <a:avLst/>
            <a:gdLst>
              <a:gd name="textAreaLeft" fmla="*/ 0 w 135720"/>
              <a:gd name="textAreaRight" fmla="*/ 13608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rgbClr val="77C6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040" bIns="68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0" name="Google Shape;972;p19"/>
          <p:cNvSpPr/>
          <p:nvPr/>
        </p:nvSpPr>
        <p:spPr>
          <a:xfrm rot="5400000">
            <a:off x="1451160" y="1762560"/>
            <a:ext cx="140760" cy="140400"/>
          </a:xfrm>
          <a:custGeom>
            <a:avLst/>
            <a:gdLst>
              <a:gd name="textAreaLeft" fmla="*/ 0 w 140760"/>
              <a:gd name="textAreaRight" fmla="*/ 14112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0200" bIns="70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411" name="Google Shape;973;p19"/>
          <p:cNvGrpSpPr/>
          <p:nvPr/>
        </p:nvGrpSpPr>
        <p:grpSpPr>
          <a:xfrm>
            <a:off x="1775520" y="1441440"/>
            <a:ext cx="26640" cy="174600"/>
            <a:chOff x="1775520" y="1441440"/>
            <a:chExt cx="26640" cy="174600"/>
          </a:xfrm>
        </p:grpSpPr>
        <p:sp>
          <p:nvSpPr>
            <p:cNvPr id="412" name="Google Shape;974;p19"/>
            <p:cNvSpPr/>
            <p:nvPr/>
          </p:nvSpPr>
          <p:spPr>
            <a:xfrm rot="5400000">
              <a:off x="1775520" y="14414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3" name="Google Shape;975;p19"/>
            <p:cNvSpPr/>
            <p:nvPr/>
          </p:nvSpPr>
          <p:spPr>
            <a:xfrm rot="5400000">
              <a:off x="1775520" y="15152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4" name="Google Shape;976;p19"/>
            <p:cNvSpPr/>
            <p:nvPr/>
          </p:nvSpPr>
          <p:spPr>
            <a:xfrm rot="5400000">
              <a:off x="1775520" y="15894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15" name="Google Shape;977;p19"/>
          <p:cNvGrpSpPr/>
          <p:nvPr/>
        </p:nvGrpSpPr>
        <p:grpSpPr>
          <a:xfrm>
            <a:off x="1893960" y="4488120"/>
            <a:ext cx="26640" cy="174600"/>
            <a:chOff x="1893960" y="4488120"/>
            <a:chExt cx="26640" cy="174600"/>
          </a:xfrm>
        </p:grpSpPr>
        <p:sp>
          <p:nvSpPr>
            <p:cNvPr id="416" name="Google Shape;978;p19"/>
            <p:cNvSpPr/>
            <p:nvPr/>
          </p:nvSpPr>
          <p:spPr>
            <a:xfrm rot="5400000">
              <a:off x="1893960" y="44881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7" name="Google Shape;979;p19"/>
            <p:cNvSpPr/>
            <p:nvPr/>
          </p:nvSpPr>
          <p:spPr>
            <a:xfrm rot="5400000">
              <a:off x="1893960" y="45619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8" name="Google Shape;980;p19"/>
            <p:cNvSpPr/>
            <p:nvPr/>
          </p:nvSpPr>
          <p:spPr>
            <a:xfrm rot="5400000">
              <a:off x="1893960" y="46360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19" name="Google Shape;981;p19"/>
          <p:cNvGrpSpPr/>
          <p:nvPr/>
        </p:nvGrpSpPr>
        <p:grpSpPr>
          <a:xfrm>
            <a:off x="483120" y="4066920"/>
            <a:ext cx="26640" cy="174600"/>
            <a:chOff x="483120" y="4066920"/>
            <a:chExt cx="26640" cy="174600"/>
          </a:xfrm>
        </p:grpSpPr>
        <p:sp>
          <p:nvSpPr>
            <p:cNvPr id="420" name="Google Shape;982;p19"/>
            <p:cNvSpPr/>
            <p:nvPr/>
          </p:nvSpPr>
          <p:spPr>
            <a:xfrm rot="5400000">
              <a:off x="483120" y="40669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1" name="Google Shape;983;p19"/>
            <p:cNvSpPr/>
            <p:nvPr/>
          </p:nvSpPr>
          <p:spPr>
            <a:xfrm rot="5400000">
              <a:off x="483120" y="41407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2" name="Google Shape;984;p19"/>
            <p:cNvSpPr/>
            <p:nvPr/>
          </p:nvSpPr>
          <p:spPr>
            <a:xfrm rot="5400000">
              <a:off x="483120" y="421488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title"/>
          </p:nvPr>
        </p:nvSpPr>
        <p:spPr>
          <a:xfrm>
            <a:off x="2825640" y="704160"/>
            <a:ext cx="3483720" cy="566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600" b="0" u="none" strike="noStrik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lang="fr-FR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5" name="PlaceHolder 2"/>
          <p:cNvSpPr>
            <a:spLocks noGrp="1"/>
          </p:cNvSpPr>
          <p:nvPr>
            <p:ph type="title"/>
          </p:nvPr>
        </p:nvSpPr>
        <p:spPr>
          <a:xfrm>
            <a:off x="2825640" y="2185560"/>
            <a:ext cx="3483720" cy="566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600" b="0" u="none" strike="noStrik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lang="fr-FR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6" name="PlaceHolder 3"/>
          <p:cNvSpPr>
            <a:spLocks noGrp="1"/>
          </p:cNvSpPr>
          <p:nvPr>
            <p:ph type="title"/>
          </p:nvPr>
        </p:nvSpPr>
        <p:spPr>
          <a:xfrm>
            <a:off x="2825640" y="3648600"/>
            <a:ext cx="3483720" cy="566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600" b="0" u="none" strike="noStrik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lang="fr-FR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427" name="Google Shape;992;p20"/>
          <p:cNvCxnSpPr/>
          <p:nvPr/>
        </p:nvCxnSpPr>
        <p:spPr>
          <a:xfrm flipH="1">
            <a:off x="7682760" y="2910960"/>
            <a:ext cx="306720" cy="11336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428" name="Google Shape;993;p20"/>
          <p:cNvCxnSpPr/>
          <p:nvPr/>
        </p:nvCxnSpPr>
        <p:spPr>
          <a:xfrm>
            <a:off x="7694640" y="1568880"/>
            <a:ext cx="315720" cy="13424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429" name="Google Shape;994;p20"/>
          <p:cNvCxnSpPr/>
          <p:nvPr/>
        </p:nvCxnSpPr>
        <p:spPr>
          <a:xfrm flipH="1">
            <a:off x="7702200" y="266400"/>
            <a:ext cx="392400" cy="13323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430" name="Google Shape;995;p20"/>
          <p:cNvCxnSpPr/>
          <p:nvPr/>
        </p:nvCxnSpPr>
        <p:spPr>
          <a:xfrm flipH="1">
            <a:off x="8101800" y="0"/>
            <a:ext cx="407160" cy="2739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431" name="Google Shape;996;p20"/>
          <p:cNvGrpSpPr/>
          <p:nvPr/>
        </p:nvGrpSpPr>
        <p:grpSpPr>
          <a:xfrm>
            <a:off x="7407360" y="1284840"/>
            <a:ext cx="582120" cy="581400"/>
            <a:chOff x="7407360" y="1284840"/>
            <a:chExt cx="582120" cy="581400"/>
          </a:xfrm>
        </p:grpSpPr>
        <p:sp>
          <p:nvSpPr>
            <p:cNvPr id="432" name="Google Shape;997;p20"/>
            <p:cNvSpPr/>
            <p:nvPr/>
          </p:nvSpPr>
          <p:spPr>
            <a:xfrm rot="16200000" flipV="1">
              <a:off x="7412040" y="12895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-360 h 572040"/>
                <a:gd name="textAreaBottom" fmla="*/ 57204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3" name="Google Shape;998;p20"/>
            <p:cNvSpPr/>
            <p:nvPr/>
          </p:nvSpPr>
          <p:spPr>
            <a:xfrm rot="16200000" flipV="1">
              <a:off x="7407720" y="128412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-360 h 582120"/>
                <a:gd name="textAreaBottom" fmla="*/ 58212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4" name="Google Shape;999;p20"/>
            <p:cNvSpPr/>
            <p:nvPr/>
          </p:nvSpPr>
          <p:spPr>
            <a:xfrm rot="16200000" flipV="1">
              <a:off x="7484760" y="136260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360 h 426960"/>
                <a:gd name="textAreaBottom" fmla="*/ 42768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5" name="Google Shape;1000;p20"/>
            <p:cNvSpPr/>
            <p:nvPr/>
          </p:nvSpPr>
          <p:spPr>
            <a:xfrm rot="16200000" flipV="1">
              <a:off x="7480080" y="13564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360 h 437040"/>
                <a:gd name="textAreaBottom" fmla="*/ 43776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6" name="Google Shape;1001;p20"/>
            <p:cNvSpPr/>
            <p:nvPr/>
          </p:nvSpPr>
          <p:spPr>
            <a:xfrm rot="16200000" flipV="1">
              <a:off x="7563240" y="144108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360 h 270000"/>
                <a:gd name="textAreaBottom" fmla="*/ 27072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7" name="Google Shape;1002;p20"/>
            <p:cNvSpPr/>
            <p:nvPr/>
          </p:nvSpPr>
          <p:spPr>
            <a:xfrm rot="16200000" flipV="1">
              <a:off x="7558560" y="14360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-360 h 279000"/>
                <a:gd name="textAreaBottom" fmla="*/ 27900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38" name="Google Shape;1003;p20"/>
          <p:cNvGrpSpPr/>
          <p:nvPr/>
        </p:nvGrpSpPr>
        <p:grpSpPr>
          <a:xfrm>
            <a:off x="7869600" y="2754360"/>
            <a:ext cx="292320" cy="291600"/>
            <a:chOff x="7869600" y="2754360"/>
            <a:chExt cx="292320" cy="291600"/>
          </a:xfrm>
        </p:grpSpPr>
        <p:sp>
          <p:nvSpPr>
            <p:cNvPr id="439" name="Google Shape;1004;p20"/>
            <p:cNvSpPr/>
            <p:nvPr/>
          </p:nvSpPr>
          <p:spPr>
            <a:xfrm rot="16200000" flipV="1">
              <a:off x="7874640" y="2759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360 h 282240"/>
                <a:gd name="textAreaBottom" fmla="*/ 28296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0" name="Google Shape;1005;p20"/>
            <p:cNvSpPr/>
            <p:nvPr/>
          </p:nvSpPr>
          <p:spPr>
            <a:xfrm rot="16200000" flipV="1">
              <a:off x="7869960" y="2754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360 h 292320"/>
                <a:gd name="textAreaBottom" fmla="*/ 29304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1" name="Google Shape;1006;p20"/>
            <p:cNvSpPr/>
            <p:nvPr/>
          </p:nvSpPr>
          <p:spPr>
            <a:xfrm rot="16200000" flipV="1">
              <a:off x="7937280" y="2820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-360 h 158040"/>
                <a:gd name="textAreaBottom" fmla="*/ 15804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2" name="Google Shape;1007;p20"/>
            <p:cNvSpPr/>
            <p:nvPr/>
          </p:nvSpPr>
          <p:spPr>
            <a:xfrm rot="16200000" flipV="1">
              <a:off x="7932240" y="281556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-360 h 167400"/>
                <a:gd name="textAreaBottom" fmla="*/ 16740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43" name="Google Shape;1008;p20"/>
          <p:cNvGrpSpPr/>
          <p:nvPr/>
        </p:nvGrpSpPr>
        <p:grpSpPr>
          <a:xfrm>
            <a:off x="8012880" y="177840"/>
            <a:ext cx="174600" cy="174600"/>
            <a:chOff x="8012880" y="177840"/>
            <a:chExt cx="174600" cy="174600"/>
          </a:xfrm>
        </p:grpSpPr>
        <p:sp>
          <p:nvSpPr>
            <p:cNvPr id="444" name="Google Shape;1009;p20"/>
            <p:cNvSpPr/>
            <p:nvPr/>
          </p:nvSpPr>
          <p:spPr>
            <a:xfrm rot="16200000" flipV="1">
              <a:off x="8016840" y="1825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-360 h 165240"/>
                <a:gd name="textAreaBottom" fmla="*/ 16524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5" name="Google Shape;1010;p20"/>
            <p:cNvSpPr/>
            <p:nvPr/>
          </p:nvSpPr>
          <p:spPr>
            <a:xfrm rot="16200000" flipV="1">
              <a:off x="8012880" y="1774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-360 h 174600"/>
                <a:gd name="textAreaBottom" fmla="*/ 17460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6" name="Google Shape;1011;p20"/>
            <p:cNvSpPr/>
            <p:nvPr/>
          </p:nvSpPr>
          <p:spPr>
            <a:xfrm rot="16200000" flipV="1">
              <a:off x="8053560" y="2188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360 h 92880"/>
                <a:gd name="textAreaBottom" fmla="*/ 9360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7" name="Google Shape;1012;p20"/>
            <p:cNvSpPr/>
            <p:nvPr/>
          </p:nvSpPr>
          <p:spPr>
            <a:xfrm rot="16200000" flipV="1">
              <a:off x="8048880" y="21492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360 h 101520"/>
                <a:gd name="textAreaBottom" fmla="*/ 10224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48" name="Google Shape;1013;p20"/>
          <p:cNvGrpSpPr/>
          <p:nvPr/>
        </p:nvGrpSpPr>
        <p:grpSpPr>
          <a:xfrm>
            <a:off x="7551720" y="3880440"/>
            <a:ext cx="293040" cy="292680"/>
            <a:chOff x="7551720" y="3880440"/>
            <a:chExt cx="293040" cy="292680"/>
          </a:xfrm>
        </p:grpSpPr>
        <p:sp>
          <p:nvSpPr>
            <p:cNvPr id="449" name="Google Shape;1014;p20"/>
            <p:cNvSpPr/>
            <p:nvPr/>
          </p:nvSpPr>
          <p:spPr>
            <a:xfrm rot="5400000" flipH="1">
              <a:off x="7553880" y="388260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0" name="Google Shape;1015;p20"/>
            <p:cNvSpPr/>
            <p:nvPr/>
          </p:nvSpPr>
          <p:spPr>
            <a:xfrm rot="5400000" flipH="1">
              <a:off x="7551720" y="388008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1" name="Google Shape;1016;p20"/>
            <p:cNvSpPr/>
            <p:nvPr/>
          </p:nvSpPr>
          <p:spPr>
            <a:xfrm rot="5400000" flipH="1">
              <a:off x="7589520" y="391932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2" name="Google Shape;1017;p20"/>
            <p:cNvSpPr/>
            <p:nvPr/>
          </p:nvSpPr>
          <p:spPr>
            <a:xfrm rot="5400000" flipH="1">
              <a:off x="7587360" y="391680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3" name="Google Shape;1018;p20"/>
            <p:cNvSpPr/>
            <p:nvPr/>
          </p:nvSpPr>
          <p:spPr>
            <a:xfrm rot="5400000" flipH="1">
              <a:off x="7629480" y="395928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4" name="Google Shape;1019;p20"/>
            <p:cNvSpPr/>
            <p:nvPr/>
          </p:nvSpPr>
          <p:spPr>
            <a:xfrm rot="5400000" flipH="1">
              <a:off x="7627680" y="395640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55" name="Google Shape;1020;p20"/>
          <p:cNvGrpSpPr/>
          <p:nvPr/>
        </p:nvGrpSpPr>
        <p:grpSpPr>
          <a:xfrm>
            <a:off x="8333280" y="249120"/>
            <a:ext cx="26640" cy="174600"/>
            <a:chOff x="8333280" y="249120"/>
            <a:chExt cx="26640" cy="174600"/>
          </a:xfrm>
        </p:grpSpPr>
        <p:sp>
          <p:nvSpPr>
            <p:cNvPr id="456" name="Google Shape;1021;p20"/>
            <p:cNvSpPr/>
            <p:nvPr/>
          </p:nvSpPr>
          <p:spPr>
            <a:xfrm rot="16200000" flipV="1">
              <a:off x="8333280" y="3970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7" name="Google Shape;1022;p20"/>
            <p:cNvSpPr/>
            <p:nvPr/>
          </p:nvSpPr>
          <p:spPr>
            <a:xfrm rot="16200000" flipV="1">
              <a:off x="8333280" y="3232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8" name="Google Shape;1023;p20"/>
            <p:cNvSpPr/>
            <p:nvPr/>
          </p:nvSpPr>
          <p:spPr>
            <a:xfrm rot="16200000" flipV="1">
              <a:off x="8333280" y="2491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459" name="Google Shape;1024;p20"/>
          <p:cNvCxnSpPr/>
          <p:nvPr/>
        </p:nvCxnSpPr>
        <p:spPr>
          <a:xfrm flipH="1" flipV="1">
            <a:off x="1513800" y="1824840"/>
            <a:ext cx="126360" cy="167292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460" name="Google Shape;1025;p20"/>
          <p:cNvCxnSpPr/>
          <p:nvPr/>
        </p:nvCxnSpPr>
        <p:spPr>
          <a:xfrm flipV="1">
            <a:off x="889920" y="3510720"/>
            <a:ext cx="743760" cy="82980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461" name="Google Shape;1026;p20"/>
          <p:cNvCxnSpPr/>
          <p:nvPr/>
        </p:nvCxnSpPr>
        <p:spPr>
          <a:xfrm flipH="1" flipV="1">
            <a:off x="909720" y="4347000"/>
            <a:ext cx="1188360" cy="79668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462" name="Google Shape;1027;p20"/>
          <p:cNvGrpSpPr/>
          <p:nvPr/>
        </p:nvGrpSpPr>
        <p:grpSpPr>
          <a:xfrm>
            <a:off x="621360" y="4062240"/>
            <a:ext cx="582120" cy="581400"/>
            <a:chOff x="621360" y="4062240"/>
            <a:chExt cx="582120" cy="581400"/>
          </a:xfrm>
        </p:grpSpPr>
        <p:sp>
          <p:nvSpPr>
            <p:cNvPr id="463" name="Google Shape;1028;p20"/>
            <p:cNvSpPr/>
            <p:nvPr/>
          </p:nvSpPr>
          <p:spPr>
            <a:xfrm rot="5400000">
              <a:off x="626040" y="40669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4" name="Google Shape;1029;p20"/>
            <p:cNvSpPr/>
            <p:nvPr/>
          </p:nvSpPr>
          <p:spPr>
            <a:xfrm rot="5400000">
              <a:off x="621360" y="406188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5" name="Google Shape;1030;p20"/>
            <p:cNvSpPr/>
            <p:nvPr/>
          </p:nvSpPr>
          <p:spPr>
            <a:xfrm rot="5400000">
              <a:off x="698760" y="41396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6" name="Google Shape;1031;p20"/>
            <p:cNvSpPr/>
            <p:nvPr/>
          </p:nvSpPr>
          <p:spPr>
            <a:xfrm rot="5400000">
              <a:off x="694080" y="413424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7" name="Google Shape;1032;p20"/>
            <p:cNvSpPr/>
            <p:nvPr/>
          </p:nvSpPr>
          <p:spPr>
            <a:xfrm rot="5400000">
              <a:off x="777600" y="42177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8" name="Google Shape;1033;p20"/>
            <p:cNvSpPr/>
            <p:nvPr/>
          </p:nvSpPr>
          <p:spPr>
            <a:xfrm rot="5400000">
              <a:off x="772560" y="42134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69" name="Google Shape;1034;p20"/>
          <p:cNvGrpSpPr/>
          <p:nvPr/>
        </p:nvGrpSpPr>
        <p:grpSpPr>
          <a:xfrm>
            <a:off x="1482840" y="3351240"/>
            <a:ext cx="292320" cy="291600"/>
            <a:chOff x="1482840" y="3351240"/>
            <a:chExt cx="292320" cy="291600"/>
          </a:xfrm>
        </p:grpSpPr>
        <p:sp>
          <p:nvSpPr>
            <p:cNvPr id="470" name="Google Shape;1035;p20"/>
            <p:cNvSpPr/>
            <p:nvPr/>
          </p:nvSpPr>
          <p:spPr>
            <a:xfrm rot="5400000">
              <a:off x="1487880" y="335628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1" name="Google Shape;1036;p20"/>
            <p:cNvSpPr/>
            <p:nvPr/>
          </p:nvSpPr>
          <p:spPr>
            <a:xfrm rot="5400000">
              <a:off x="1483200" y="335088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2" name="Google Shape;1037;p20"/>
            <p:cNvSpPr/>
            <p:nvPr/>
          </p:nvSpPr>
          <p:spPr>
            <a:xfrm rot="5400000">
              <a:off x="1550160" y="34178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3" name="Google Shape;1038;p20"/>
            <p:cNvSpPr/>
            <p:nvPr/>
          </p:nvSpPr>
          <p:spPr>
            <a:xfrm rot="5400000">
              <a:off x="1545480" y="341352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74" name="Google Shape;1039;p20"/>
          <p:cNvGrpSpPr/>
          <p:nvPr/>
        </p:nvGrpSpPr>
        <p:grpSpPr>
          <a:xfrm>
            <a:off x="1595520" y="4790160"/>
            <a:ext cx="174600" cy="174600"/>
            <a:chOff x="1595520" y="4790160"/>
            <a:chExt cx="174600" cy="174600"/>
          </a:xfrm>
        </p:grpSpPr>
        <p:sp>
          <p:nvSpPr>
            <p:cNvPr id="475" name="Google Shape;1040;p20"/>
            <p:cNvSpPr/>
            <p:nvPr/>
          </p:nvSpPr>
          <p:spPr>
            <a:xfrm rot="5400000">
              <a:off x="1599480" y="479484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6" name="Google Shape;1041;p20"/>
            <p:cNvSpPr/>
            <p:nvPr/>
          </p:nvSpPr>
          <p:spPr>
            <a:xfrm rot="5400000">
              <a:off x="1595520" y="479016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7" name="Google Shape;1042;p20"/>
            <p:cNvSpPr/>
            <p:nvPr/>
          </p:nvSpPr>
          <p:spPr>
            <a:xfrm rot="5400000">
              <a:off x="1636200" y="483120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8" name="Google Shape;1043;p20"/>
            <p:cNvSpPr/>
            <p:nvPr/>
          </p:nvSpPr>
          <p:spPr>
            <a:xfrm rot="5400000">
              <a:off x="1631520" y="482688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79" name="Google Shape;1044;p20"/>
          <p:cNvSpPr/>
          <p:nvPr/>
        </p:nvSpPr>
        <p:spPr>
          <a:xfrm rot="5400000">
            <a:off x="1377360" y="1688760"/>
            <a:ext cx="288360" cy="288000"/>
          </a:xfrm>
          <a:custGeom>
            <a:avLst/>
            <a:gdLst>
              <a:gd name="textAreaLeft" fmla="*/ 0 w 288360"/>
              <a:gd name="textAreaRight" fmla="*/ 28872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rgbClr val="77C6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0" name="Google Shape;1045;p20"/>
          <p:cNvSpPr/>
          <p:nvPr/>
        </p:nvSpPr>
        <p:spPr>
          <a:xfrm rot="5400000">
            <a:off x="1375200" y="1685880"/>
            <a:ext cx="292680" cy="293040"/>
          </a:xfrm>
          <a:custGeom>
            <a:avLst/>
            <a:gdLst>
              <a:gd name="textAreaLeft" fmla="*/ 0 w 292680"/>
              <a:gd name="textAreaRight" fmla="*/ 29304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81" name="Google Shape;1046;p20"/>
          <p:cNvSpPr/>
          <p:nvPr/>
        </p:nvSpPr>
        <p:spPr>
          <a:xfrm rot="5400000">
            <a:off x="1413720" y="1725120"/>
            <a:ext cx="215280" cy="214920"/>
          </a:xfrm>
          <a:custGeom>
            <a:avLst/>
            <a:gdLst>
              <a:gd name="textAreaLeft" fmla="*/ 0 w 215280"/>
              <a:gd name="textAreaRight" fmla="*/ 21564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2" name="Google Shape;1047;p20"/>
          <p:cNvSpPr/>
          <p:nvPr/>
        </p:nvSpPr>
        <p:spPr>
          <a:xfrm rot="5400000">
            <a:off x="1411560" y="1722600"/>
            <a:ext cx="219600" cy="219960"/>
          </a:xfrm>
          <a:custGeom>
            <a:avLst/>
            <a:gdLst>
              <a:gd name="textAreaLeft" fmla="*/ 0 w 219600"/>
              <a:gd name="textAreaRight" fmla="*/ 21996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83" name="Google Shape;1048;p20"/>
          <p:cNvSpPr/>
          <p:nvPr/>
        </p:nvSpPr>
        <p:spPr>
          <a:xfrm rot="5400000">
            <a:off x="1453680" y="1764720"/>
            <a:ext cx="135720" cy="135720"/>
          </a:xfrm>
          <a:custGeom>
            <a:avLst/>
            <a:gdLst>
              <a:gd name="textAreaLeft" fmla="*/ 0 w 135720"/>
              <a:gd name="textAreaRight" fmla="*/ 13608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rgbClr val="77C6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040" bIns="68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4" name="Google Shape;1049;p20"/>
          <p:cNvSpPr/>
          <p:nvPr/>
        </p:nvSpPr>
        <p:spPr>
          <a:xfrm rot="5400000">
            <a:off x="1451160" y="1762560"/>
            <a:ext cx="140760" cy="140400"/>
          </a:xfrm>
          <a:custGeom>
            <a:avLst/>
            <a:gdLst>
              <a:gd name="textAreaLeft" fmla="*/ 0 w 140760"/>
              <a:gd name="textAreaRight" fmla="*/ 14112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0200" bIns="70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485" name="Google Shape;1050;p20"/>
          <p:cNvGrpSpPr/>
          <p:nvPr/>
        </p:nvGrpSpPr>
        <p:grpSpPr>
          <a:xfrm>
            <a:off x="1775520" y="1441440"/>
            <a:ext cx="26640" cy="174600"/>
            <a:chOff x="1775520" y="1441440"/>
            <a:chExt cx="26640" cy="174600"/>
          </a:xfrm>
        </p:grpSpPr>
        <p:sp>
          <p:nvSpPr>
            <p:cNvPr id="486" name="Google Shape;1051;p20"/>
            <p:cNvSpPr/>
            <p:nvPr/>
          </p:nvSpPr>
          <p:spPr>
            <a:xfrm rot="5400000">
              <a:off x="1775520" y="14414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7" name="Google Shape;1052;p20"/>
            <p:cNvSpPr/>
            <p:nvPr/>
          </p:nvSpPr>
          <p:spPr>
            <a:xfrm rot="5400000">
              <a:off x="1775520" y="15152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8" name="Google Shape;1053;p20"/>
            <p:cNvSpPr/>
            <p:nvPr/>
          </p:nvSpPr>
          <p:spPr>
            <a:xfrm rot="5400000">
              <a:off x="1775520" y="15894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89" name="Google Shape;1054;p20"/>
          <p:cNvGrpSpPr/>
          <p:nvPr/>
        </p:nvGrpSpPr>
        <p:grpSpPr>
          <a:xfrm>
            <a:off x="1893960" y="4488120"/>
            <a:ext cx="26640" cy="174600"/>
            <a:chOff x="1893960" y="4488120"/>
            <a:chExt cx="26640" cy="174600"/>
          </a:xfrm>
        </p:grpSpPr>
        <p:sp>
          <p:nvSpPr>
            <p:cNvPr id="490" name="Google Shape;1055;p20"/>
            <p:cNvSpPr/>
            <p:nvPr/>
          </p:nvSpPr>
          <p:spPr>
            <a:xfrm rot="5400000">
              <a:off x="1893960" y="44881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1" name="Google Shape;1056;p20"/>
            <p:cNvSpPr/>
            <p:nvPr/>
          </p:nvSpPr>
          <p:spPr>
            <a:xfrm rot="5400000">
              <a:off x="1893960" y="45619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2" name="Google Shape;1057;p20"/>
            <p:cNvSpPr/>
            <p:nvPr/>
          </p:nvSpPr>
          <p:spPr>
            <a:xfrm rot="5400000">
              <a:off x="1893960" y="46360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93" name="Google Shape;1058;p20"/>
          <p:cNvGrpSpPr/>
          <p:nvPr/>
        </p:nvGrpSpPr>
        <p:grpSpPr>
          <a:xfrm>
            <a:off x="483120" y="4066920"/>
            <a:ext cx="26640" cy="174600"/>
            <a:chOff x="483120" y="4066920"/>
            <a:chExt cx="26640" cy="174600"/>
          </a:xfrm>
        </p:grpSpPr>
        <p:sp>
          <p:nvSpPr>
            <p:cNvPr id="494" name="Google Shape;1059;p20"/>
            <p:cNvSpPr/>
            <p:nvPr/>
          </p:nvSpPr>
          <p:spPr>
            <a:xfrm rot="5400000">
              <a:off x="483120" y="40669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5" name="Google Shape;1060;p20"/>
            <p:cNvSpPr/>
            <p:nvPr/>
          </p:nvSpPr>
          <p:spPr>
            <a:xfrm rot="5400000">
              <a:off x="483120" y="41407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6" name="Google Shape;1061;p20"/>
            <p:cNvSpPr/>
            <p:nvPr/>
          </p:nvSpPr>
          <p:spPr>
            <a:xfrm rot="5400000">
              <a:off x="483120" y="421488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2" name="Google Shape;1091;p22"/>
          <p:cNvCxnSpPr/>
          <p:nvPr/>
        </p:nvCxnSpPr>
        <p:spPr>
          <a:xfrm>
            <a:off x="590400" y="4340520"/>
            <a:ext cx="670320" cy="4233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sp>
        <p:nvSpPr>
          <p:cNvPr id="583" name="PlaceHolder 1"/>
          <p:cNvSpPr>
            <a:spLocks noGrp="1"/>
          </p:cNvSpPr>
          <p:nvPr>
            <p:ph type="title"/>
          </p:nvPr>
        </p:nvSpPr>
        <p:spPr>
          <a:xfrm>
            <a:off x="2208240" y="342720"/>
            <a:ext cx="47275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584" name="Google Shape;1093;p22"/>
          <p:cNvCxnSpPr/>
          <p:nvPr/>
        </p:nvCxnSpPr>
        <p:spPr>
          <a:xfrm flipV="1">
            <a:off x="0" y="4332240"/>
            <a:ext cx="590760" cy="6645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585" name="Google Shape;1094;p22"/>
          <p:cNvGrpSpPr/>
          <p:nvPr/>
        </p:nvGrpSpPr>
        <p:grpSpPr>
          <a:xfrm>
            <a:off x="431640" y="4183920"/>
            <a:ext cx="291600" cy="292320"/>
            <a:chOff x="431640" y="4183920"/>
            <a:chExt cx="291600" cy="292320"/>
          </a:xfrm>
        </p:grpSpPr>
        <p:sp>
          <p:nvSpPr>
            <p:cNvPr id="586" name="Google Shape;1095;p22"/>
            <p:cNvSpPr/>
            <p:nvPr/>
          </p:nvSpPr>
          <p:spPr>
            <a:xfrm flipH="1">
              <a:off x="436320" y="418860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7" name="Google Shape;1096;p22"/>
            <p:cNvSpPr/>
            <p:nvPr/>
          </p:nvSpPr>
          <p:spPr>
            <a:xfrm flipH="1">
              <a:off x="431640" y="418392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8" name="Google Shape;1097;p22"/>
            <p:cNvSpPr/>
            <p:nvPr/>
          </p:nvSpPr>
          <p:spPr>
            <a:xfrm flipH="1">
              <a:off x="497880" y="425052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9" name="Google Shape;1098;p22"/>
            <p:cNvSpPr/>
            <p:nvPr/>
          </p:nvSpPr>
          <p:spPr>
            <a:xfrm flipH="1">
              <a:off x="492840" y="424620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90" name="Google Shape;1099;p22"/>
          <p:cNvGrpSpPr/>
          <p:nvPr/>
        </p:nvGrpSpPr>
        <p:grpSpPr>
          <a:xfrm>
            <a:off x="1075320" y="4604760"/>
            <a:ext cx="292680" cy="293040"/>
            <a:chOff x="1075320" y="4604760"/>
            <a:chExt cx="292680" cy="293040"/>
          </a:xfrm>
        </p:grpSpPr>
        <p:sp>
          <p:nvSpPr>
            <p:cNvPr id="591" name="Google Shape;1100;p22"/>
            <p:cNvSpPr/>
            <p:nvPr/>
          </p:nvSpPr>
          <p:spPr>
            <a:xfrm flipH="1">
              <a:off x="1077480" y="460728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2" name="Google Shape;1101;p22"/>
            <p:cNvSpPr/>
            <p:nvPr/>
          </p:nvSpPr>
          <p:spPr>
            <a:xfrm flipH="1">
              <a:off x="1074960" y="460476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3" name="Google Shape;1102;p22"/>
            <p:cNvSpPr/>
            <p:nvPr/>
          </p:nvSpPr>
          <p:spPr>
            <a:xfrm flipH="1">
              <a:off x="1114560" y="464364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4" name="Google Shape;1103;p22"/>
            <p:cNvSpPr/>
            <p:nvPr/>
          </p:nvSpPr>
          <p:spPr>
            <a:xfrm flipH="1">
              <a:off x="1112400" y="464112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5" name="Google Shape;1104;p22"/>
            <p:cNvSpPr/>
            <p:nvPr/>
          </p:nvSpPr>
          <p:spPr>
            <a:xfrm flipH="1">
              <a:off x="1153800" y="468324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6" name="Google Shape;1105;p22"/>
            <p:cNvSpPr/>
            <p:nvPr/>
          </p:nvSpPr>
          <p:spPr>
            <a:xfrm flipH="1">
              <a:off x="1151280" y="468108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597" name="Google Shape;1106;p22"/>
          <p:cNvCxnSpPr/>
          <p:nvPr/>
        </p:nvCxnSpPr>
        <p:spPr>
          <a:xfrm flipH="1" flipV="1">
            <a:off x="7196760" y="294840"/>
            <a:ext cx="1157400" cy="5432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598" name="Google Shape;1107;p22"/>
          <p:cNvCxnSpPr/>
          <p:nvPr/>
        </p:nvCxnSpPr>
        <p:spPr>
          <a:xfrm flipH="1">
            <a:off x="8353800" y="-6480"/>
            <a:ext cx="792000" cy="83628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599" name="Google Shape;1108;p22"/>
          <p:cNvGrpSpPr/>
          <p:nvPr/>
        </p:nvGrpSpPr>
        <p:grpSpPr>
          <a:xfrm>
            <a:off x="8064360" y="527040"/>
            <a:ext cx="581400" cy="582120"/>
            <a:chOff x="8064360" y="527040"/>
            <a:chExt cx="581400" cy="582120"/>
          </a:xfrm>
        </p:grpSpPr>
        <p:sp>
          <p:nvSpPr>
            <p:cNvPr id="600" name="Google Shape;1109;p22"/>
            <p:cNvSpPr/>
            <p:nvPr/>
          </p:nvSpPr>
          <p:spPr>
            <a:xfrm>
              <a:off x="8068680" y="53208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1" name="Google Shape;1110;p22"/>
            <p:cNvSpPr/>
            <p:nvPr/>
          </p:nvSpPr>
          <p:spPr>
            <a:xfrm>
              <a:off x="8064360" y="52704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2" name="Google Shape;1111;p22"/>
            <p:cNvSpPr/>
            <p:nvPr/>
          </p:nvSpPr>
          <p:spPr>
            <a:xfrm>
              <a:off x="8141040" y="6044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3" name="Google Shape;1112;p22"/>
            <p:cNvSpPr/>
            <p:nvPr/>
          </p:nvSpPr>
          <p:spPr>
            <a:xfrm>
              <a:off x="8136720" y="59940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4" name="Google Shape;1113;p22"/>
            <p:cNvSpPr/>
            <p:nvPr/>
          </p:nvSpPr>
          <p:spPr>
            <a:xfrm>
              <a:off x="8219880" y="68292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5" name="Google Shape;1114;p22"/>
            <p:cNvSpPr/>
            <p:nvPr/>
          </p:nvSpPr>
          <p:spPr>
            <a:xfrm>
              <a:off x="8215200" y="67860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06" name="Google Shape;1115;p22"/>
          <p:cNvGrpSpPr/>
          <p:nvPr/>
        </p:nvGrpSpPr>
        <p:grpSpPr>
          <a:xfrm>
            <a:off x="7034040" y="171000"/>
            <a:ext cx="291600" cy="292320"/>
            <a:chOff x="7034040" y="171000"/>
            <a:chExt cx="291600" cy="292320"/>
          </a:xfrm>
        </p:grpSpPr>
        <p:sp>
          <p:nvSpPr>
            <p:cNvPr id="607" name="Google Shape;1116;p22"/>
            <p:cNvSpPr/>
            <p:nvPr/>
          </p:nvSpPr>
          <p:spPr>
            <a:xfrm>
              <a:off x="7039080" y="176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8" name="Google Shape;1117;p22"/>
            <p:cNvSpPr/>
            <p:nvPr/>
          </p:nvSpPr>
          <p:spPr>
            <a:xfrm>
              <a:off x="7034040" y="171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9" name="Google Shape;1118;p22"/>
            <p:cNvSpPr/>
            <p:nvPr/>
          </p:nvSpPr>
          <p:spPr>
            <a:xfrm>
              <a:off x="7100640" y="237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0" name="Google Shape;1119;p22"/>
            <p:cNvSpPr/>
            <p:nvPr/>
          </p:nvSpPr>
          <p:spPr>
            <a:xfrm>
              <a:off x="7096320" y="23328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11" name="Google Shape;1120;p22"/>
          <p:cNvGrpSpPr/>
          <p:nvPr/>
        </p:nvGrpSpPr>
        <p:grpSpPr>
          <a:xfrm>
            <a:off x="8758080" y="229680"/>
            <a:ext cx="174600" cy="174600"/>
            <a:chOff x="8758080" y="229680"/>
            <a:chExt cx="174600" cy="174600"/>
          </a:xfrm>
        </p:grpSpPr>
        <p:sp>
          <p:nvSpPr>
            <p:cNvPr id="612" name="Google Shape;1121;p22"/>
            <p:cNvSpPr/>
            <p:nvPr/>
          </p:nvSpPr>
          <p:spPr>
            <a:xfrm>
              <a:off x="8762400" y="2347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3" name="Google Shape;1122;p22"/>
            <p:cNvSpPr/>
            <p:nvPr/>
          </p:nvSpPr>
          <p:spPr>
            <a:xfrm>
              <a:off x="8758080" y="2296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4" name="Google Shape;1123;p22"/>
            <p:cNvSpPr/>
            <p:nvPr/>
          </p:nvSpPr>
          <p:spPr>
            <a:xfrm>
              <a:off x="8799120" y="2710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5" name="Google Shape;1124;p22"/>
            <p:cNvSpPr/>
            <p:nvPr/>
          </p:nvSpPr>
          <p:spPr>
            <a:xfrm>
              <a:off x="8794080" y="26640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16" name="Google Shape;1125;p22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617" name="Google Shape;1126;p22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8" name="Google Shape;1127;p22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9" name="Google Shape;1128;p22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20" name="Google Shape;1129;p22"/>
          <p:cNvGrpSpPr/>
          <p:nvPr/>
        </p:nvGrpSpPr>
        <p:grpSpPr>
          <a:xfrm>
            <a:off x="7916400" y="1124640"/>
            <a:ext cx="174600" cy="26640"/>
            <a:chOff x="7916400" y="1124640"/>
            <a:chExt cx="174600" cy="26640"/>
          </a:xfrm>
        </p:grpSpPr>
        <p:sp>
          <p:nvSpPr>
            <p:cNvPr id="621" name="Google Shape;1130;p22"/>
            <p:cNvSpPr/>
            <p:nvPr/>
          </p:nvSpPr>
          <p:spPr>
            <a:xfrm>
              <a:off x="7916400" y="11246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2" name="Google Shape;1131;p22"/>
            <p:cNvSpPr/>
            <p:nvPr/>
          </p:nvSpPr>
          <p:spPr>
            <a:xfrm>
              <a:off x="7990200" y="11246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3" name="Google Shape;1132;p22"/>
            <p:cNvSpPr/>
            <p:nvPr/>
          </p:nvSpPr>
          <p:spPr>
            <a:xfrm>
              <a:off x="8064360" y="11246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PlaceHolder 1"/>
          <p:cNvSpPr>
            <a:spLocks noGrp="1"/>
          </p:cNvSpPr>
          <p:nvPr>
            <p:ph type="title"/>
          </p:nvPr>
        </p:nvSpPr>
        <p:spPr>
          <a:xfrm>
            <a:off x="723600" y="527040"/>
            <a:ext cx="76960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723" name="Google Shape;1241;p25"/>
          <p:cNvCxnSpPr/>
          <p:nvPr/>
        </p:nvCxnSpPr>
        <p:spPr>
          <a:xfrm>
            <a:off x="590400" y="4340520"/>
            <a:ext cx="670320" cy="423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724" name="Google Shape;1242;p25"/>
          <p:cNvCxnSpPr/>
          <p:nvPr/>
        </p:nvCxnSpPr>
        <p:spPr>
          <a:xfrm flipV="1">
            <a:off x="0" y="4332240"/>
            <a:ext cx="590760" cy="6645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725" name="Google Shape;1243;p25"/>
          <p:cNvGrpSpPr/>
          <p:nvPr/>
        </p:nvGrpSpPr>
        <p:grpSpPr>
          <a:xfrm>
            <a:off x="431640" y="4183920"/>
            <a:ext cx="291600" cy="292320"/>
            <a:chOff x="431640" y="4183920"/>
            <a:chExt cx="291600" cy="292320"/>
          </a:xfrm>
        </p:grpSpPr>
        <p:sp>
          <p:nvSpPr>
            <p:cNvPr id="726" name="Google Shape;1244;p25"/>
            <p:cNvSpPr/>
            <p:nvPr/>
          </p:nvSpPr>
          <p:spPr>
            <a:xfrm flipH="1">
              <a:off x="436320" y="418860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7" name="Google Shape;1245;p25"/>
            <p:cNvSpPr/>
            <p:nvPr/>
          </p:nvSpPr>
          <p:spPr>
            <a:xfrm flipH="1">
              <a:off x="431640" y="418392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8" name="Google Shape;1246;p25"/>
            <p:cNvSpPr/>
            <p:nvPr/>
          </p:nvSpPr>
          <p:spPr>
            <a:xfrm flipH="1">
              <a:off x="497880" y="425052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9" name="Google Shape;1247;p25"/>
            <p:cNvSpPr/>
            <p:nvPr/>
          </p:nvSpPr>
          <p:spPr>
            <a:xfrm flipH="1">
              <a:off x="492840" y="424620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30" name="Google Shape;1248;p25"/>
          <p:cNvGrpSpPr/>
          <p:nvPr/>
        </p:nvGrpSpPr>
        <p:grpSpPr>
          <a:xfrm>
            <a:off x="1075320" y="4604760"/>
            <a:ext cx="292680" cy="293040"/>
            <a:chOff x="1075320" y="4604760"/>
            <a:chExt cx="292680" cy="293040"/>
          </a:xfrm>
        </p:grpSpPr>
        <p:sp>
          <p:nvSpPr>
            <p:cNvPr id="731" name="Google Shape;1249;p25"/>
            <p:cNvSpPr/>
            <p:nvPr/>
          </p:nvSpPr>
          <p:spPr>
            <a:xfrm flipH="1">
              <a:off x="1077480" y="460728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2" name="Google Shape;1250;p25"/>
            <p:cNvSpPr/>
            <p:nvPr/>
          </p:nvSpPr>
          <p:spPr>
            <a:xfrm flipH="1">
              <a:off x="1074960" y="460476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3" name="Google Shape;1251;p25"/>
            <p:cNvSpPr/>
            <p:nvPr/>
          </p:nvSpPr>
          <p:spPr>
            <a:xfrm flipH="1">
              <a:off x="1114560" y="464364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4" name="Google Shape;1252;p25"/>
            <p:cNvSpPr/>
            <p:nvPr/>
          </p:nvSpPr>
          <p:spPr>
            <a:xfrm flipH="1">
              <a:off x="1112400" y="464112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5" name="Google Shape;1253;p25"/>
            <p:cNvSpPr/>
            <p:nvPr/>
          </p:nvSpPr>
          <p:spPr>
            <a:xfrm flipH="1">
              <a:off x="1153800" y="468324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6" name="Google Shape;1254;p25"/>
            <p:cNvSpPr/>
            <p:nvPr/>
          </p:nvSpPr>
          <p:spPr>
            <a:xfrm flipH="1">
              <a:off x="1151280" y="468108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737" name="Google Shape;1255;p25"/>
          <p:cNvCxnSpPr/>
          <p:nvPr/>
        </p:nvCxnSpPr>
        <p:spPr>
          <a:xfrm flipH="1" flipV="1">
            <a:off x="7196760" y="294840"/>
            <a:ext cx="1157400" cy="5432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738" name="Google Shape;1256;p25"/>
          <p:cNvCxnSpPr/>
          <p:nvPr/>
        </p:nvCxnSpPr>
        <p:spPr>
          <a:xfrm flipH="1">
            <a:off x="8353800" y="-6480"/>
            <a:ext cx="792000" cy="83628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739" name="Google Shape;1257;p25"/>
          <p:cNvGrpSpPr/>
          <p:nvPr/>
        </p:nvGrpSpPr>
        <p:grpSpPr>
          <a:xfrm>
            <a:off x="8064360" y="527040"/>
            <a:ext cx="581400" cy="582120"/>
            <a:chOff x="8064360" y="527040"/>
            <a:chExt cx="581400" cy="582120"/>
          </a:xfrm>
        </p:grpSpPr>
        <p:sp>
          <p:nvSpPr>
            <p:cNvPr id="740" name="Google Shape;1258;p25"/>
            <p:cNvSpPr/>
            <p:nvPr/>
          </p:nvSpPr>
          <p:spPr>
            <a:xfrm>
              <a:off x="8068680" y="53208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1" name="Google Shape;1259;p25"/>
            <p:cNvSpPr/>
            <p:nvPr/>
          </p:nvSpPr>
          <p:spPr>
            <a:xfrm>
              <a:off x="8064360" y="52704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2" name="Google Shape;1260;p25"/>
            <p:cNvSpPr/>
            <p:nvPr/>
          </p:nvSpPr>
          <p:spPr>
            <a:xfrm>
              <a:off x="8141040" y="6044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3" name="Google Shape;1261;p25"/>
            <p:cNvSpPr/>
            <p:nvPr/>
          </p:nvSpPr>
          <p:spPr>
            <a:xfrm>
              <a:off x="8136720" y="59940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4" name="Google Shape;1262;p25"/>
            <p:cNvSpPr/>
            <p:nvPr/>
          </p:nvSpPr>
          <p:spPr>
            <a:xfrm>
              <a:off x="8219880" y="68292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5" name="Google Shape;1263;p25"/>
            <p:cNvSpPr/>
            <p:nvPr/>
          </p:nvSpPr>
          <p:spPr>
            <a:xfrm>
              <a:off x="8215200" y="67860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46" name="Google Shape;1264;p25"/>
          <p:cNvGrpSpPr/>
          <p:nvPr/>
        </p:nvGrpSpPr>
        <p:grpSpPr>
          <a:xfrm>
            <a:off x="7034040" y="171000"/>
            <a:ext cx="291600" cy="292320"/>
            <a:chOff x="7034040" y="171000"/>
            <a:chExt cx="291600" cy="292320"/>
          </a:xfrm>
        </p:grpSpPr>
        <p:sp>
          <p:nvSpPr>
            <p:cNvPr id="747" name="Google Shape;1265;p25"/>
            <p:cNvSpPr/>
            <p:nvPr/>
          </p:nvSpPr>
          <p:spPr>
            <a:xfrm>
              <a:off x="7039080" y="176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8" name="Google Shape;1266;p25"/>
            <p:cNvSpPr/>
            <p:nvPr/>
          </p:nvSpPr>
          <p:spPr>
            <a:xfrm>
              <a:off x="7034040" y="171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9" name="Google Shape;1267;p25"/>
            <p:cNvSpPr/>
            <p:nvPr/>
          </p:nvSpPr>
          <p:spPr>
            <a:xfrm>
              <a:off x="7100640" y="237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0" name="Google Shape;1268;p25"/>
            <p:cNvSpPr/>
            <p:nvPr/>
          </p:nvSpPr>
          <p:spPr>
            <a:xfrm>
              <a:off x="7096320" y="23328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51" name="Google Shape;1269;p25"/>
          <p:cNvGrpSpPr/>
          <p:nvPr/>
        </p:nvGrpSpPr>
        <p:grpSpPr>
          <a:xfrm>
            <a:off x="8758080" y="229680"/>
            <a:ext cx="174600" cy="174600"/>
            <a:chOff x="8758080" y="229680"/>
            <a:chExt cx="174600" cy="174600"/>
          </a:xfrm>
        </p:grpSpPr>
        <p:sp>
          <p:nvSpPr>
            <p:cNvPr id="752" name="Google Shape;1270;p25"/>
            <p:cNvSpPr/>
            <p:nvPr/>
          </p:nvSpPr>
          <p:spPr>
            <a:xfrm>
              <a:off x="8762400" y="2347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3" name="Google Shape;1271;p25"/>
            <p:cNvSpPr/>
            <p:nvPr/>
          </p:nvSpPr>
          <p:spPr>
            <a:xfrm>
              <a:off x="8758080" y="2296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4" name="Google Shape;1272;p25"/>
            <p:cNvSpPr/>
            <p:nvPr/>
          </p:nvSpPr>
          <p:spPr>
            <a:xfrm>
              <a:off x="8799120" y="2710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5" name="Google Shape;1273;p25"/>
            <p:cNvSpPr/>
            <p:nvPr/>
          </p:nvSpPr>
          <p:spPr>
            <a:xfrm>
              <a:off x="8794080" y="26640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56" name="Google Shape;1274;p25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757" name="Google Shape;1275;p25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8" name="Google Shape;1276;p25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9" name="Google Shape;1277;p25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60" name="Google Shape;1278;p25"/>
          <p:cNvGrpSpPr/>
          <p:nvPr/>
        </p:nvGrpSpPr>
        <p:grpSpPr>
          <a:xfrm>
            <a:off x="7916400" y="1124640"/>
            <a:ext cx="174600" cy="26640"/>
            <a:chOff x="7916400" y="1124640"/>
            <a:chExt cx="174600" cy="26640"/>
          </a:xfrm>
        </p:grpSpPr>
        <p:sp>
          <p:nvSpPr>
            <p:cNvPr id="761" name="Google Shape;1279;p25"/>
            <p:cNvSpPr/>
            <p:nvPr/>
          </p:nvSpPr>
          <p:spPr>
            <a:xfrm>
              <a:off x="7916400" y="11246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2" name="Google Shape;1280;p25"/>
            <p:cNvSpPr/>
            <p:nvPr/>
          </p:nvSpPr>
          <p:spPr>
            <a:xfrm>
              <a:off x="7990200" y="11246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3" name="Google Shape;1281;p25"/>
            <p:cNvSpPr/>
            <p:nvPr/>
          </p:nvSpPr>
          <p:spPr>
            <a:xfrm>
              <a:off x="8064360" y="11246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PlaceHolder 1"/>
          <p:cNvSpPr>
            <a:spLocks noGrp="1"/>
          </p:cNvSpPr>
          <p:nvPr>
            <p:ph type="title"/>
          </p:nvPr>
        </p:nvSpPr>
        <p:spPr>
          <a:xfrm>
            <a:off x="896040" y="1984320"/>
            <a:ext cx="3456720" cy="1291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765" name="Google Shape;1284;p26"/>
          <p:cNvCxnSpPr/>
          <p:nvPr/>
        </p:nvCxnSpPr>
        <p:spPr>
          <a:xfrm>
            <a:off x="1645920" y="523080"/>
            <a:ext cx="1672560" cy="1263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766" name="Google Shape;1285;p26"/>
          <p:cNvCxnSpPr/>
          <p:nvPr/>
        </p:nvCxnSpPr>
        <p:spPr>
          <a:xfrm flipV="1">
            <a:off x="802800" y="529560"/>
            <a:ext cx="829800" cy="7437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767" name="Google Shape;1286;p26"/>
          <p:cNvCxnSpPr/>
          <p:nvPr/>
        </p:nvCxnSpPr>
        <p:spPr>
          <a:xfrm>
            <a:off x="0" y="65160"/>
            <a:ext cx="796680" cy="11883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768" name="Google Shape;1287;p26"/>
          <p:cNvGrpSpPr/>
          <p:nvPr/>
        </p:nvGrpSpPr>
        <p:grpSpPr>
          <a:xfrm>
            <a:off x="498960" y="959760"/>
            <a:ext cx="581400" cy="582120"/>
            <a:chOff x="498960" y="959760"/>
            <a:chExt cx="581400" cy="582120"/>
          </a:xfrm>
        </p:grpSpPr>
        <p:sp>
          <p:nvSpPr>
            <p:cNvPr id="769" name="Google Shape;1288;p26"/>
            <p:cNvSpPr/>
            <p:nvPr/>
          </p:nvSpPr>
          <p:spPr>
            <a:xfrm flipH="1">
              <a:off x="504000" y="964800"/>
              <a:ext cx="572400" cy="572040"/>
            </a:xfrm>
            <a:custGeom>
              <a:avLst/>
              <a:gdLst>
                <a:gd name="textAreaLeft" fmla="*/ 360 w 572400"/>
                <a:gd name="textAreaRight" fmla="*/ 57312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0" name="Google Shape;1289;p26"/>
            <p:cNvSpPr/>
            <p:nvPr/>
          </p:nvSpPr>
          <p:spPr>
            <a:xfrm flipH="1">
              <a:off x="498600" y="959760"/>
              <a:ext cx="581400" cy="582120"/>
            </a:xfrm>
            <a:custGeom>
              <a:avLst/>
              <a:gdLst>
                <a:gd name="textAreaLeft" fmla="*/ -360 w 581400"/>
                <a:gd name="textAreaRight" fmla="*/ 58140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1" name="Google Shape;1290;p26"/>
            <p:cNvSpPr/>
            <p:nvPr/>
          </p:nvSpPr>
          <p:spPr>
            <a:xfrm flipH="1">
              <a:off x="576360" y="1037160"/>
              <a:ext cx="427680" cy="426960"/>
            </a:xfrm>
            <a:custGeom>
              <a:avLst/>
              <a:gdLst>
                <a:gd name="textAreaLeft" fmla="*/ 360 w 427680"/>
                <a:gd name="textAreaRight" fmla="*/ 42840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2" name="Google Shape;1291;p26"/>
            <p:cNvSpPr/>
            <p:nvPr/>
          </p:nvSpPr>
          <p:spPr>
            <a:xfrm flipH="1">
              <a:off x="570960" y="1032120"/>
              <a:ext cx="436680" cy="437040"/>
            </a:xfrm>
            <a:custGeom>
              <a:avLst/>
              <a:gdLst>
                <a:gd name="textAreaLeft" fmla="*/ -360 w 436680"/>
                <a:gd name="textAreaRight" fmla="*/ 43668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3" name="Google Shape;1292;p26"/>
            <p:cNvSpPr/>
            <p:nvPr/>
          </p:nvSpPr>
          <p:spPr>
            <a:xfrm flipH="1">
              <a:off x="655560" y="1115640"/>
              <a:ext cx="270000" cy="270000"/>
            </a:xfrm>
            <a:custGeom>
              <a:avLst/>
              <a:gdLst>
                <a:gd name="textAreaLeft" fmla="*/ 360 w 270000"/>
                <a:gd name="textAreaRight" fmla="*/ 27072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4" name="Google Shape;1293;p26"/>
            <p:cNvSpPr/>
            <p:nvPr/>
          </p:nvSpPr>
          <p:spPr>
            <a:xfrm flipH="1">
              <a:off x="650520" y="1111320"/>
              <a:ext cx="279360" cy="279000"/>
            </a:xfrm>
            <a:custGeom>
              <a:avLst/>
              <a:gdLst>
                <a:gd name="textAreaLeft" fmla="*/ 360 w 279360"/>
                <a:gd name="textAreaRight" fmla="*/ 28008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75" name="Google Shape;1294;p26"/>
          <p:cNvGrpSpPr/>
          <p:nvPr/>
        </p:nvGrpSpPr>
        <p:grpSpPr>
          <a:xfrm>
            <a:off x="1500480" y="388080"/>
            <a:ext cx="291600" cy="292320"/>
            <a:chOff x="1500480" y="388080"/>
            <a:chExt cx="291600" cy="292320"/>
          </a:xfrm>
        </p:grpSpPr>
        <p:sp>
          <p:nvSpPr>
            <p:cNvPr id="776" name="Google Shape;1295;p26"/>
            <p:cNvSpPr/>
            <p:nvPr/>
          </p:nvSpPr>
          <p:spPr>
            <a:xfrm flipH="1">
              <a:off x="1504800" y="39312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7" name="Google Shape;1296;p26"/>
            <p:cNvSpPr/>
            <p:nvPr/>
          </p:nvSpPr>
          <p:spPr>
            <a:xfrm flipH="1">
              <a:off x="1500480" y="38808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8" name="Google Shape;1297;p26"/>
            <p:cNvSpPr/>
            <p:nvPr/>
          </p:nvSpPr>
          <p:spPr>
            <a:xfrm flipH="1">
              <a:off x="1566720" y="45504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9" name="Google Shape;1298;p26"/>
            <p:cNvSpPr/>
            <p:nvPr/>
          </p:nvSpPr>
          <p:spPr>
            <a:xfrm flipH="1">
              <a:off x="1561680" y="45036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80" name="Google Shape;1299;p26"/>
          <p:cNvSpPr/>
          <p:nvPr/>
        </p:nvSpPr>
        <p:spPr>
          <a:xfrm flipH="1">
            <a:off x="3165480" y="497520"/>
            <a:ext cx="288360" cy="288000"/>
          </a:xfrm>
          <a:custGeom>
            <a:avLst/>
            <a:gdLst>
              <a:gd name="textAreaLeft" fmla="*/ -360 w 288360"/>
              <a:gd name="textAreaRight" fmla="*/ 28836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rgbClr val="77C6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81" name="Google Shape;1300;p26"/>
          <p:cNvSpPr/>
          <p:nvPr/>
        </p:nvSpPr>
        <p:spPr>
          <a:xfrm flipH="1">
            <a:off x="3163320" y="495000"/>
            <a:ext cx="292680" cy="293040"/>
          </a:xfrm>
          <a:custGeom>
            <a:avLst/>
            <a:gdLst>
              <a:gd name="textAreaLeft" fmla="*/ -360 w 292680"/>
              <a:gd name="textAreaRight" fmla="*/ 29268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82" name="Google Shape;1301;p26"/>
          <p:cNvSpPr/>
          <p:nvPr/>
        </p:nvSpPr>
        <p:spPr>
          <a:xfrm flipH="1">
            <a:off x="3202920" y="534240"/>
            <a:ext cx="215280" cy="214920"/>
          </a:xfrm>
          <a:custGeom>
            <a:avLst/>
            <a:gdLst>
              <a:gd name="textAreaLeft" fmla="*/ 360 w 215280"/>
              <a:gd name="textAreaRight" fmla="*/ 21600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83" name="Google Shape;1302;p26"/>
          <p:cNvSpPr/>
          <p:nvPr/>
        </p:nvSpPr>
        <p:spPr>
          <a:xfrm flipH="1">
            <a:off x="3200400" y="531720"/>
            <a:ext cx="219600" cy="219960"/>
          </a:xfrm>
          <a:custGeom>
            <a:avLst/>
            <a:gdLst>
              <a:gd name="textAreaLeft" fmla="*/ 360 w 219600"/>
              <a:gd name="textAreaRight" fmla="*/ 22032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84" name="Google Shape;1303;p26"/>
          <p:cNvSpPr/>
          <p:nvPr/>
        </p:nvSpPr>
        <p:spPr>
          <a:xfrm flipH="1">
            <a:off x="3241800" y="573840"/>
            <a:ext cx="135720" cy="135720"/>
          </a:xfrm>
          <a:custGeom>
            <a:avLst/>
            <a:gdLst>
              <a:gd name="textAreaLeft" fmla="*/ -360 w 135720"/>
              <a:gd name="textAreaRight" fmla="*/ 13572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rgbClr val="77C6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040" bIns="68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85" name="Google Shape;1304;p26"/>
          <p:cNvSpPr/>
          <p:nvPr/>
        </p:nvSpPr>
        <p:spPr>
          <a:xfrm flipH="1">
            <a:off x="3239280" y="571320"/>
            <a:ext cx="140760" cy="140400"/>
          </a:xfrm>
          <a:custGeom>
            <a:avLst/>
            <a:gdLst>
              <a:gd name="textAreaLeft" fmla="*/ -360 w 140760"/>
              <a:gd name="textAreaRight" fmla="*/ 14076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0200" bIns="70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786" name="Google Shape;1305;p26"/>
          <p:cNvGrpSpPr/>
          <p:nvPr/>
        </p:nvGrpSpPr>
        <p:grpSpPr>
          <a:xfrm>
            <a:off x="3527280" y="361080"/>
            <a:ext cx="174600" cy="26640"/>
            <a:chOff x="3527280" y="361080"/>
            <a:chExt cx="174600" cy="26640"/>
          </a:xfrm>
        </p:grpSpPr>
        <p:sp>
          <p:nvSpPr>
            <p:cNvPr id="787" name="Google Shape;1306;p26"/>
            <p:cNvSpPr/>
            <p:nvPr/>
          </p:nvSpPr>
          <p:spPr>
            <a:xfrm flipH="1">
              <a:off x="3675240" y="3610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8" name="Google Shape;1307;p26"/>
            <p:cNvSpPr/>
            <p:nvPr/>
          </p:nvSpPr>
          <p:spPr>
            <a:xfrm flipH="1">
              <a:off x="3601080" y="3610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9" name="Google Shape;1308;p26"/>
            <p:cNvSpPr/>
            <p:nvPr/>
          </p:nvSpPr>
          <p:spPr>
            <a:xfrm flipH="1">
              <a:off x="3527280" y="3610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90" name="Google Shape;1309;p26"/>
          <p:cNvGrpSpPr/>
          <p:nvPr/>
        </p:nvGrpSpPr>
        <p:grpSpPr>
          <a:xfrm>
            <a:off x="480240" y="242640"/>
            <a:ext cx="174960" cy="26640"/>
            <a:chOff x="480240" y="242640"/>
            <a:chExt cx="174960" cy="26640"/>
          </a:xfrm>
        </p:grpSpPr>
        <p:sp>
          <p:nvSpPr>
            <p:cNvPr id="791" name="Google Shape;1310;p26"/>
            <p:cNvSpPr/>
            <p:nvPr/>
          </p:nvSpPr>
          <p:spPr>
            <a:xfrm flipH="1">
              <a:off x="628560" y="2426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2" name="Google Shape;1311;p26"/>
            <p:cNvSpPr/>
            <p:nvPr/>
          </p:nvSpPr>
          <p:spPr>
            <a:xfrm flipH="1">
              <a:off x="554400" y="2426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3" name="Google Shape;1312;p26"/>
            <p:cNvSpPr/>
            <p:nvPr/>
          </p:nvSpPr>
          <p:spPr>
            <a:xfrm flipH="1">
              <a:off x="480240" y="2426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94" name="Google Shape;1313;p26"/>
          <p:cNvGrpSpPr/>
          <p:nvPr/>
        </p:nvGrpSpPr>
        <p:grpSpPr>
          <a:xfrm>
            <a:off x="901800" y="1653480"/>
            <a:ext cx="174600" cy="26640"/>
            <a:chOff x="901800" y="1653480"/>
            <a:chExt cx="174600" cy="26640"/>
          </a:xfrm>
        </p:grpSpPr>
        <p:sp>
          <p:nvSpPr>
            <p:cNvPr id="795" name="Google Shape;1314;p26"/>
            <p:cNvSpPr/>
            <p:nvPr/>
          </p:nvSpPr>
          <p:spPr>
            <a:xfrm flipH="1">
              <a:off x="1049760" y="16534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6" name="Google Shape;1315;p26"/>
            <p:cNvSpPr/>
            <p:nvPr/>
          </p:nvSpPr>
          <p:spPr>
            <a:xfrm flipH="1">
              <a:off x="975600" y="16534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7" name="Google Shape;1316;p26"/>
            <p:cNvSpPr/>
            <p:nvPr/>
          </p:nvSpPr>
          <p:spPr>
            <a:xfrm flipH="1">
              <a:off x="901800" y="16534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798" name="Google Shape;1317;p26"/>
          <p:cNvCxnSpPr/>
          <p:nvPr/>
        </p:nvCxnSpPr>
        <p:spPr>
          <a:xfrm>
            <a:off x="791280" y="4212360"/>
            <a:ext cx="1157400" cy="54288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799" name="Google Shape;1318;p26"/>
          <p:cNvCxnSpPr/>
          <p:nvPr/>
        </p:nvCxnSpPr>
        <p:spPr>
          <a:xfrm flipV="1">
            <a:off x="0" y="4220280"/>
            <a:ext cx="791640" cy="8366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800" name="Google Shape;1319;p26"/>
          <p:cNvGrpSpPr/>
          <p:nvPr/>
        </p:nvGrpSpPr>
        <p:grpSpPr>
          <a:xfrm>
            <a:off x="499680" y="3941280"/>
            <a:ext cx="581400" cy="582120"/>
            <a:chOff x="499680" y="3941280"/>
            <a:chExt cx="581400" cy="582120"/>
          </a:xfrm>
        </p:grpSpPr>
        <p:sp>
          <p:nvSpPr>
            <p:cNvPr id="801" name="Google Shape;1320;p26"/>
            <p:cNvSpPr/>
            <p:nvPr/>
          </p:nvSpPr>
          <p:spPr>
            <a:xfrm rot="10800000">
              <a:off x="504360" y="39463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2" name="Google Shape;1321;p26"/>
            <p:cNvSpPr/>
            <p:nvPr/>
          </p:nvSpPr>
          <p:spPr>
            <a:xfrm rot="10800000">
              <a:off x="499680" y="394128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3" name="Google Shape;1322;p26"/>
            <p:cNvSpPr/>
            <p:nvPr/>
          </p:nvSpPr>
          <p:spPr>
            <a:xfrm rot="10800000">
              <a:off x="576720" y="401868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4" name="Google Shape;1323;p26"/>
            <p:cNvSpPr/>
            <p:nvPr/>
          </p:nvSpPr>
          <p:spPr>
            <a:xfrm rot="10800000">
              <a:off x="572040" y="401364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5" name="Google Shape;1324;p26"/>
            <p:cNvSpPr/>
            <p:nvPr/>
          </p:nvSpPr>
          <p:spPr>
            <a:xfrm rot="10800000">
              <a:off x="655560" y="40971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6" name="Google Shape;1325;p26"/>
            <p:cNvSpPr/>
            <p:nvPr/>
          </p:nvSpPr>
          <p:spPr>
            <a:xfrm rot="10800000">
              <a:off x="650880" y="40928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07" name="Google Shape;1326;p26"/>
          <p:cNvGrpSpPr/>
          <p:nvPr/>
        </p:nvGrpSpPr>
        <p:grpSpPr>
          <a:xfrm>
            <a:off x="1820160" y="4587120"/>
            <a:ext cx="291600" cy="292320"/>
            <a:chOff x="1820160" y="4587120"/>
            <a:chExt cx="291600" cy="292320"/>
          </a:xfrm>
        </p:grpSpPr>
        <p:sp>
          <p:nvSpPr>
            <p:cNvPr id="808" name="Google Shape;1327;p26"/>
            <p:cNvSpPr/>
            <p:nvPr/>
          </p:nvSpPr>
          <p:spPr>
            <a:xfrm rot="10800000">
              <a:off x="1824480" y="459216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9" name="Google Shape;1328;p26"/>
            <p:cNvSpPr/>
            <p:nvPr/>
          </p:nvSpPr>
          <p:spPr>
            <a:xfrm rot="10800000">
              <a:off x="1820160" y="458712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0" name="Google Shape;1329;p26"/>
            <p:cNvSpPr/>
            <p:nvPr/>
          </p:nvSpPr>
          <p:spPr>
            <a:xfrm rot="10800000">
              <a:off x="1886760" y="46544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1" name="Google Shape;1330;p26"/>
            <p:cNvSpPr/>
            <p:nvPr/>
          </p:nvSpPr>
          <p:spPr>
            <a:xfrm rot="10800000">
              <a:off x="1881720" y="464940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12" name="Google Shape;1331;p26"/>
          <p:cNvGrpSpPr/>
          <p:nvPr/>
        </p:nvGrpSpPr>
        <p:grpSpPr>
          <a:xfrm>
            <a:off x="212760" y="4645800"/>
            <a:ext cx="174600" cy="174600"/>
            <a:chOff x="212760" y="4645800"/>
            <a:chExt cx="174600" cy="174600"/>
          </a:xfrm>
        </p:grpSpPr>
        <p:sp>
          <p:nvSpPr>
            <p:cNvPr id="813" name="Google Shape;1332;p26"/>
            <p:cNvSpPr/>
            <p:nvPr/>
          </p:nvSpPr>
          <p:spPr>
            <a:xfrm rot="10800000">
              <a:off x="217440" y="46501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4" name="Google Shape;1333;p26"/>
            <p:cNvSpPr/>
            <p:nvPr/>
          </p:nvSpPr>
          <p:spPr>
            <a:xfrm rot="10800000">
              <a:off x="212760" y="464580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5" name="Google Shape;1334;p26"/>
            <p:cNvSpPr/>
            <p:nvPr/>
          </p:nvSpPr>
          <p:spPr>
            <a:xfrm rot="10800000">
              <a:off x="254160" y="46864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6" name="Google Shape;1335;p26"/>
            <p:cNvSpPr/>
            <p:nvPr/>
          </p:nvSpPr>
          <p:spPr>
            <a:xfrm rot="10800000">
              <a:off x="249120" y="468216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17" name="Google Shape;1336;p26"/>
          <p:cNvGrpSpPr/>
          <p:nvPr/>
        </p:nvGrpSpPr>
        <p:grpSpPr>
          <a:xfrm>
            <a:off x="480600" y="4852800"/>
            <a:ext cx="174960" cy="26640"/>
            <a:chOff x="480600" y="4852800"/>
            <a:chExt cx="174960" cy="26640"/>
          </a:xfrm>
        </p:grpSpPr>
        <p:sp>
          <p:nvSpPr>
            <p:cNvPr id="818" name="Google Shape;1337;p26"/>
            <p:cNvSpPr/>
            <p:nvPr/>
          </p:nvSpPr>
          <p:spPr>
            <a:xfrm rot="10800000">
              <a:off x="628920" y="48528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9" name="Google Shape;1338;p26"/>
            <p:cNvSpPr/>
            <p:nvPr/>
          </p:nvSpPr>
          <p:spPr>
            <a:xfrm rot="10800000">
              <a:off x="554760" y="48528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0" name="Google Shape;1339;p26"/>
            <p:cNvSpPr/>
            <p:nvPr/>
          </p:nvSpPr>
          <p:spPr>
            <a:xfrm rot="10800000">
              <a:off x="480600" y="48528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21" name="Google Shape;1340;p26"/>
          <p:cNvGrpSpPr/>
          <p:nvPr/>
        </p:nvGrpSpPr>
        <p:grpSpPr>
          <a:xfrm>
            <a:off x="1054440" y="3898800"/>
            <a:ext cx="174600" cy="26640"/>
            <a:chOff x="1054440" y="3898800"/>
            <a:chExt cx="174600" cy="26640"/>
          </a:xfrm>
        </p:grpSpPr>
        <p:sp>
          <p:nvSpPr>
            <p:cNvPr id="822" name="Google Shape;1341;p26"/>
            <p:cNvSpPr/>
            <p:nvPr/>
          </p:nvSpPr>
          <p:spPr>
            <a:xfrm rot="10800000">
              <a:off x="1202400" y="38988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3" name="Google Shape;1342;p26"/>
            <p:cNvSpPr/>
            <p:nvPr/>
          </p:nvSpPr>
          <p:spPr>
            <a:xfrm rot="10800000">
              <a:off x="1128600" y="38988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4" name="Google Shape;1343;p26"/>
            <p:cNvSpPr/>
            <p:nvPr/>
          </p:nvSpPr>
          <p:spPr>
            <a:xfrm rot="10800000">
              <a:off x="1054440" y="38988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PlaceHolder 1"/>
          <p:cNvSpPr>
            <a:spLocks noGrp="1"/>
          </p:cNvSpPr>
          <p:nvPr>
            <p:ph type="title"/>
          </p:nvPr>
        </p:nvSpPr>
        <p:spPr>
          <a:xfrm>
            <a:off x="723600" y="527040"/>
            <a:ext cx="76960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826" name="Google Shape;1346;p27"/>
          <p:cNvCxnSpPr/>
          <p:nvPr/>
        </p:nvCxnSpPr>
        <p:spPr>
          <a:xfrm flipH="1" flipV="1">
            <a:off x="8109000" y="501120"/>
            <a:ext cx="738000" cy="73800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827" name="Google Shape;1347;p27"/>
          <p:cNvCxnSpPr/>
          <p:nvPr/>
        </p:nvCxnSpPr>
        <p:spPr>
          <a:xfrm>
            <a:off x="582120" y="281880"/>
            <a:ext cx="1213560" cy="4233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828" name="Google Shape;1348;p27"/>
          <p:cNvCxnSpPr/>
          <p:nvPr/>
        </p:nvCxnSpPr>
        <p:spPr>
          <a:xfrm flipV="1">
            <a:off x="0" y="273960"/>
            <a:ext cx="582840" cy="6548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829" name="Google Shape;1349;p27"/>
          <p:cNvGrpSpPr/>
          <p:nvPr/>
        </p:nvGrpSpPr>
        <p:grpSpPr>
          <a:xfrm>
            <a:off x="423720" y="125280"/>
            <a:ext cx="291600" cy="292320"/>
            <a:chOff x="423720" y="125280"/>
            <a:chExt cx="291600" cy="292320"/>
          </a:xfrm>
        </p:grpSpPr>
        <p:sp>
          <p:nvSpPr>
            <p:cNvPr id="830" name="Google Shape;1350;p27"/>
            <p:cNvSpPr/>
            <p:nvPr/>
          </p:nvSpPr>
          <p:spPr>
            <a:xfrm flipH="1">
              <a:off x="428040" y="13032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1" name="Google Shape;1351;p27"/>
            <p:cNvSpPr/>
            <p:nvPr/>
          </p:nvSpPr>
          <p:spPr>
            <a:xfrm flipH="1">
              <a:off x="423720" y="12528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2" name="Google Shape;1352;p27"/>
            <p:cNvSpPr/>
            <p:nvPr/>
          </p:nvSpPr>
          <p:spPr>
            <a:xfrm flipH="1">
              <a:off x="489960" y="19224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3" name="Google Shape;1353;p27"/>
            <p:cNvSpPr/>
            <p:nvPr/>
          </p:nvSpPr>
          <p:spPr>
            <a:xfrm flipH="1">
              <a:off x="484920" y="18792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34" name="Google Shape;1354;p27"/>
          <p:cNvGrpSpPr/>
          <p:nvPr/>
        </p:nvGrpSpPr>
        <p:grpSpPr>
          <a:xfrm>
            <a:off x="1638360" y="558000"/>
            <a:ext cx="292680" cy="293040"/>
            <a:chOff x="1638360" y="558000"/>
            <a:chExt cx="292680" cy="293040"/>
          </a:xfrm>
        </p:grpSpPr>
        <p:sp>
          <p:nvSpPr>
            <p:cNvPr id="835" name="Google Shape;1355;p27"/>
            <p:cNvSpPr/>
            <p:nvPr/>
          </p:nvSpPr>
          <p:spPr>
            <a:xfrm flipH="1">
              <a:off x="1640160" y="56052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6" name="Google Shape;1356;p27"/>
            <p:cNvSpPr/>
            <p:nvPr/>
          </p:nvSpPr>
          <p:spPr>
            <a:xfrm flipH="1">
              <a:off x="1638000" y="55800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7" name="Google Shape;1357;p27"/>
            <p:cNvSpPr/>
            <p:nvPr/>
          </p:nvSpPr>
          <p:spPr>
            <a:xfrm flipH="1">
              <a:off x="1677600" y="59724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8" name="Google Shape;1358;p27"/>
            <p:cNvSpPr/>
            <p:nvPr/>
          </p:nvSpPr>
          <p:spPr>
            <a:xfrm flipH="1">
              <a:off x="1675080" y="59472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9" name="Google Shape;1359;p27"/>
            <p:cNvSpPr/>
            <p:nvPr/>
          </p:nvSpPr>
          <p:spPr>
            <a:xfrm flipH="1">
              <a:off x="1716480" y="63684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0" name="Google Shape;1360;p27"/>
            <p:cNvSpPr/>
            <p:nvPr/>
          </p:nvSpPr>
          <p:spPr>
            <a:xfrm flipH="1">
              <a:off x="1713960" y="63468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41" name="Google Shape;1361;p27"/>
          <p:cNvGrpSpPr/>
          <p:nvPr/>
        </p:nvGrpSpPr>
        <p:grpSpPr>
          <a:xfrm>
            <a:off x="1591920" y="362520"/>
            <a:ext cx="174600" cy="26640"/>
            <a:chOff x="1591920" y="362520"/>
            <a:chExt cx="174600" cy="26640"/>
          </a:xfrm>
        </p:grpSpPr>
        <p:sp>
          <p:nvSpPr>
            <p:cNvPr id="842" name="Google Shape;1362;p27"/>
            <p:cNvSpPr/>
            <p:nvPr/>
          </p:nvSpPr>
          <p:spPr>
            <a:xfrm>
              <a:off x="1591920" y="3625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3" name="Google Shape;1363;p27"/>
            <p:cNvSpPr/>
            <p:nvPr/>
          </p:nvSpPr>
          <p:spPr>
            <a:xfrm>
              <a:off x="1665720" y="3625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4" name="Google Shape;1364;p27"/>
            <p:cNvSpPr/>
            <p:nvPr/>
          </p:nvSpPr>
          <p:spPr>
            <a:xfrm>
              <a:off x="1739880" y="3625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845" name="Google Shape;1365;p27"/>
          <p:cNvCxnSpPr/>
          <p:nvPr/>
        </p:nvCxnSpPr>
        <p:spPr>
          <a:xfrm flipH="1">
            <a:off x="8151120" y="6840"/>
            <a:ext cx="1002960" cy="4946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846" name="Google Shape;1366;p27"/>
          <p:cNvGrpSpPr/>
          <p:nvPr/>
        </p:nvGrpSpPr>
        <p:grpSpPr>
          <a:xfrm>
            <a:off x="7823880" y="202320"/>
            <a:ext cx="581400" cy="582120"/>
            <a:chOff x="7823880" y="202320"/>
            <a:chExt cx="581400" cy="582120"/>
          </a:xfrm>
        </p:grpSpPr>
        <p:sp>
          <p:nvSpPr>
            <p:cNvPr id="847" name="Google Shape;1367;p27"/>
            <p:cNvSpPr/>
            <p:nvPr/>
          </p:nvSpPr>
          <p:spPr>
            <a:xfrm>
              <a:off x="7828200" y="20736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8" name="Google Shape;1368;p27"/>
            <p:cNvSpPr/>
            <p:nvPr/>
          </p:nvSpPr>
          <p:spPr>
            <a:xfrm>
              <a:off x="7823880" y="20232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9" name="Google Shape;1369;p27"/>
            <p:cNvSpPr/>
            <p:nvPr/>
          </p:nvSpPr>
          <p:spPr>
            <a:xfrm>
              <a:off x="7900920" y="27972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0" name="Google Shape;1370;p27"/>
            <p:cNvSpPr/>
            <p:nvPr/>
          </p:nvSpPr>
          <p:spPr>
            <a:xfrm>
              <a:off x="7896240" y="2746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1" name="Google Shape;1371;p27"/>
            <p:cNvSpPr/>
            <p:nvPr/>
          </p:nvSpPr>
          <p:spPr>
            <a:xfrm>
              <a:off x="7979400" y="3585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2" name="Google Shape;1372;p27"/>
            <p:cNvSpPr/>
            <p:nvPr/>
          </p:nvSpPr>
          <p:spPr>
            <a:xfrm>
              <a:off x="7975080" y="35388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53" name="Google Shape;1373;p27"/>
          <p:cNvGrpSpPr/>
          <p:nvPr/>
        </p:nvGrpSpPr>
        <p:grpSpPr>
          <a:xfrm>
            <a:off x="8698680" y="1117440"/>
            <a:ext cx="291600" cy="292320"/>
            <a:chOff x="8698680" y="1117440"/>
            <a:chExt cx="291600" cy="292320"/>
          </a:xfrm>
        </p:grpSpPr>
        <p:sp>
          <p:nvSpPr>
            <p:cNvPr id="854" name="Google Shape;1374;p27"/>
            <p:cNvSpPr/>
            <p:nvPr/>
          </p:nvSpPr>
          <p:spPr>
            <a:xfrm flipH="1">
              <a:off x="8703000" y="112248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5" name="Google Shape;1375;p27"/>
            <p:cNvSpPr/>
            <p:nvPr/>
          </p:nvSpPr>
          <p:spPr>
            <a:xfrm flipH="1">
              <a:off x="8698680" y="111744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6" name="Google Shape;1376;p27"/>
            <p:cNvSpPr/>
            <p:nvPr/>
          </p:nvSpPr>
          <p:spPr>
            <a:xfrm flipH="1">
              <a:off x="8764920" y="118440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7" name="Google Shape;1377;p27"/>
            <p:cNvSpPr/>
            <p:nvPr/>
          </p:nvSpPr>
          <p:spPr>
            <a:xfrm flipH="1">
              <a:off x="8759880" y="117972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58" name="Google Shape;1378;p27"/>
          <p:cNvGrpSpPr/>
          <p:nvPr/>
        </p:nvGrpSpPr>
        <p:grpSpPr>
          <a:xfrm>
            <a:off x="8678520" y="1581840"/>
            <a:ext cx="174600" cy="26640"/>
            <a:chOff x="8678520" y="1581840"/>
            <a:chExt cx="174600" cy="26640"/>
          </a:xfrm>
        </p:grpSpPr>
        <p:sp>
          <p:nvSpPr>
            <p:cNvPr id="859" name="Google Shape;1379;p27"/>
            <p:cNvSpPr/>
            <p:nvPr/>
          </p:nvSpPr>
          <p:spPr>
            <a:xfrm>
              <a:off x="867852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0" name="Google Shape;1380;p27"/>
            <p:cNvSpPr/>
            <p:nvPr/>
          </p:nvSpPr>
          <p:spPr>
            <a:xfrm>
              <a:off x="875232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1" name="Google Shape;1381;p27"/>
            <p:cNvSpPr/>
            <p:nvPr/>
          </p:nvSpPr>
          <p:spPr>
            <a:xfrm>
              <a:off x="882648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5906880" y="356760"/>
            <a:ext cx="261468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1" name="PlaceHolder 2"/>
          <p:cNvSpPr>
            <a:spLocks noGrp="1"/>
          </p:cNvSpPr>
          <p:nvPr>
            <p:ph type="title"/>
          </p:nvPr>
        </p:nvSpPr>
        <p:spPr>
          <a:xfrm>
            <a:off x="813960" y="722520"/>
            <a:ext cx="456840" cy="347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lt1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title"/>
          </p:nvPr>
        </p:nvSpPr>
        <p:spPr>
          <a:xfrm>
            <a:off x="813960" y="1801440"/>
            <a:ext cx="456840" cy="347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lt1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title"/>
          </p:nvPr>
        </p:nvSpPr>
        <p:spPr>
          <a:xfrm>
            <a:off x="813960" y="2880360"/>
            <a:ext cx="456840" cy="347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lt1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title"/>
          </p:nvPr>
        </p:nvSpPr>
        <p:spPr>
          <a:xfrm>
            <a:off x="813960" y="3959280"/>
            <a:ext cx="456840" cy="347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lt1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719000" y="338400"/>
            <a:ext cx="5577480" cy="594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16" name="Google Shape;645;p14"/>
          <p:cNvGrpSpPr/>
          <p:nvPr/>
        </p:nvGrpSpPr>
        <p:grpSpPr>
          <a:xfrm>
            <a:off x="262080" y="-1080"/>
            <a:ext cx="8550000" cy="3981240"/>
            <a:chOff x="262080" y="-1080"/>
            <a:chExt cx="8550000" cy="3981240"/>
          </a:xfrm>
        </p:grpSpPr>
        <p:cxnSp>
          <p:nvCxnSpPr>
            <p:cNvPr id="117" name="Google Shape;646;p14"/>
            <p:cNvCxnSpPr/>
            <p:nvPr/>
          </p:nvCxnSpPr>
          <p:spPr>
            <a:xfrm>
              <a:off x="515880" y="-1080"/>
              <a:ext cx="360" cy="39816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118" name="Google Shape;647;p14"/>
            <p:cNvCxnSpPr/>
            <p:nvPr/>
          </p:nvCxnSpPr>
          <p:spPr>
            <a:xfrm>
              <a:off x="8665920" y="-1080"/>
              <a:ext cx="360" cy="190224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19" name="Google Shape;648;p14"/>
            <p:cNvGrpSpPr/>
            <p:nvPr/>
          </p:nvGrpSpPr>
          <p:grpSpPr>
            <a:xfrm>
              <a:off x="343440" y="3301200"/>
              <a:ext cx="344520" cy="344880"/>
              <a:chOff x="343440" y="3301200"/>
              <a:chExt cx="344520" cy="344880"/>
            </a:xfrm>
          </p:grpSpPr>
          <p:sp>
            <p:nvSpPr>
              <p:cNvPr id="120" name="Google Shape;649;p14"/>
              <p:cNvSpPr/>
              <p:nvPr/>
            </p:nvSpPr>
            <p:spPr>
              <a:xfrm rot="10800000">
                <a:off x="348840" y="3306960"/>
                <a:ext cx="333360" cy="333360"/>
              </a:xfrm>
              <a:custGeom>
                <a:avLst/>
                <a:gdLst>
                  <a:gd name="textAreaLeft" fmla="*/ 0 w 333360"/>
                  <a:gd name="textAreaRight" fmla="*/ 333720 w 333360"/>
                  <a:gd name="textAreaTop" fmla="*/ 0 h 333360"/>
                  <a:gd name="textAreaBottom" fmla="*/ 333720 h 33336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1" name="Google Shape;650;p14"/>
              <p:cNvSpPr/>
              <p:nvPr/>
            </p:nvSpPr>
            <p:spPr>
              <a:xfrm rot="10800000">
                <a:off x="343440" y="3301200"/>
                <a:ext cx="344520" cy="344880"/>
              </a:xfrm>
              <a:custGeom>
                <a:avLst/>
                <a:gdLst>
                  <a:gd name="textAreaLeft" fmla="*/ 0 w 344520"/>
                  <a:gd name="textAreaRight" fmla="*/ 344880 w 344520"/>
                  <a:gd name="textAreaTop" fmla="*/ 0 h 344880"/>
                  <a:gd name="textAreaBottom" fmla="*/ 345240 h 34488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2" name="Google Shape;651;p14"/>
              <p:cNvSpPr/>
              <p:nvPr/>
            </p:nvSpPr>
            <p:spPr>
              <a:xfrm rot="10800000">
                <a:off x="422640" y="3380760"/>
                <a:ext cx="186480" cy="186480"/>
              </a:xfrm>
              <a:custGeom>
                <a:avLst/>
                <a:gdLst>
                  <a:gd name="textAreaLeft" fmla="*/ 0 w 186480"/>
                  <a:gd name="textAreaRight" fmla="*/ 186840 w 18648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" name="Google Shape;652;p14"/>
              <p:cNvSpPr/>
              <p:nvPr/>
            </p:nvSpPr>
            <p:spPr>
              <a:xfrm rot="10800000">
                <a:off x="416520" y="3375000"/>
                <a:ext cx="197640" cy="197640"/>
              </a:xfrm>
              <a:custGeom>
                <a:avLst/>
                <a:gdLst>
                  <a:gd name="textAreaLeft" fmla="*/ 0 w 197640"/>
                  <a:gd name="textAreaRight" fmla="*/ 198000 w 197640"/>
                  <a:gd name="textAreaTop" fmla="*/ 0 h 197640"/>
                  <a:gd name="textAreaBottom" fmla="*/ 198000 h 19764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4" name="Google Shape;653;p14"/>
            <p:cNvGrpSpPr/>
            <p:nvPr/>
          </p:nvGrpSpPr>
          <p:grpSpPr>
            <a:xfrm>
              <a:off x="8520480" y="714960"/>
              <a:ext cx="291600" cy="292320"/>
              <a:chOff x="8520480" y="714960"/>
              <a:chExt cx="291600" cy="292320"/>
            </a:xfrm>
          </p:grpSpPr>
          <p:sp>
            <p:nvSpPr>
              <p:cNvPr id="125" name="Google Shape;654;p14"/>
              <p:cNvSpPr/>
              <p:nvPr/>
            </p:nvSpPr>
            <p:spPr>
              <a:xfrm rot="10800000">
                <a:off x="8524800" y="72000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6" name="Google Shape;655;p14"/>
              <p:cNvSpPr/>
              <p:nvPr/>
            </p:nvSpPr>
            <p:spPr>
              <a:xfrm rot="10800000">
                <a:off x="8520480" y="71496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7" name="Google Shape;656;p14"/>
              <p:cNvSpPr/>
              <p:nvPr/>
            </p:nvSpPr>
            <p:spPr>
              <a:xfrm rot="10800000">
                <a:off x="8587080" y="78228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" name="Google Shape;657;p14"/>
              <p:cNvSpPr/>
              <p:nvPr/>
            </p:nvSpPr>
            <p:spPr>
              <a:xfrm rot="10800000">
                <a:off x="8582040" y="77760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9" name="Google Shape;658;p14"/>
            <p:cNvGrpSpPr/>
            <p:nvPr/>
          </p:nvGrpSpPr>
          <p:grpSpPr>
            <a:xfrm>
              <a:off x="262080" y="465480"/>
              <a:ext cx="507240" cy="507600"/>
              <a:chOff x="262080" y="465480"/>
              <a:chExt cx="507240" cy="507600"/>
            </a:xfrm>
          </p:grpSpPr>
          <p:sp>
            <p:nvSpPr>
              <p:cNvPr id="130" name="Google Shape;659;p14"/>
              <p:cNvSpPr/>
              <p:nvPr/>
            </p:nvSpPr>
            <p:spPr>
              <a:xfrm rot="10800000">
                <a:off x="266040" y="469800"/>
                <a:ext cx="499320" cy="498960"/>
              </a:xfrm>
              <a:custGeom>
                <a:avLst/>
                <a:gdLst>
                  <a:gd name="textAreaLeft" fmla="*/ 0 w 499320"/>
                  <a:gd name="textAreaRight" fmla="*/ 499680 w 499320"/>
                  <a:gd name="textAreaTop" fmla="*/ 0 h 498960"/>
                  <a:gd name="textAreaBottom" fmla="*/ 499320 h 49896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" name="Google Shape;660;p14"/>
              <p:cNvSpPr/>
              <p:nvPr/>
            </p:nvSpPr>
            <p:spPr>
              <a:xfrm rot="10800000">
                <a:off x="262080" y="465480"/>
                <a:ext cx="507240" cy="507600"/>
              </a:xfrm>
              <a:custGeom>
                <a:avLst/>
                <a:gdLst>
                  <a:gd name="textAreaLeft" fmla="*/ 0 w 507240"/>
                  <a:gd name="textAreaRight" fmla="*/ 507600 w 507240"/>
                  <a:gd name="textAreaTop" fmla="*/ 0 h 507600"/>
                  <a:gd name="textAreaBottom" fmla="*/ 507960 h 50760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" name="Google Shape;661;p14"/>
              <p:cNvSpPr/>
              <p:nvPr/>
            </p:nvSpPr>
            <p:spPr>
              <a:xfrm rot="10800000">
                <a:off x="329400" y="532800"/>
                <a:ext cx="372960" cy="372600"/>
              </a:xfrm>
              <a:custGeom>
                <a:avLst/>
                <a:gdLst>
                  <a:gd name="textAreaLeft" fmla="*/ 0 w 372960"/>
                  <a:gd name="textAreaRight" fmla="*/ 373320 w 372960"/>
                  <a:gd name="textAreaTop" fmla="*/ 0 h 372600"/>
                  <a:gd name="textAreaBottom" fmla="*/ 372960 h 37260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" name="Google Shape;662;p14"/>
              <p:cNvSpPr/>
              <p:nvPr/>
            </p:nvSpPr>
            <p:spPr>
              <a:xfrm rot="10800000">
                <a:off x="325080" y="528480"/>
                <a:ext cx="380880" cy="381240"/>
              </a:xfrm>
              <a:custGeom>
                <a:avLst/>
                <a:gdLst>
                  <a:gd name="textAreaLeft" fmla="*/ 0 w 380880"/>
                  <a:gd name="textAreaRight" fmla="*/ 381240 w 380880"/>
                  <a:gd name="textAreaTop" fmla="*/ 0 h 381240"/>
                  <a:gd name="textAreaBottom" fmla="*/ 381600 h 3812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4" name="Google Shape;663;p14"/>
              <p:cNvSpPr/>
              <p:nvPr/>
            </p:nvSpPr>
            <p:spPr>
              <a:xfrm rot="10800000">
                <a:off x="398160" y="601560"/>
                <a:ext cx="235440" cy="235440"/>
              </a:xfrm>
              <a:custGeom>
                <a:avLst/>
                <a:gdLst>
                  <a:gd name="textAreaLeft" fmla="*/ 0 w 235440"/>
                  <a:gd name="textAreaRight" fmla="*/ 235800 w 235440"/>
                  <a:gd name="textAreaTop" fmla="*/ 0 h 235440"/>
                  <a:gd name="textAreaBottom" fmla="*/ 235800 h 23544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" name="Google Shape;664;p14"/>
              <p:cNvSpPr/>
              <p:nvPr/>
            </p:nvSpPr>
            <p:spPr>
              <a:xfrm rot="10800000">
                <a:off x="393840" y="597600"/>
                <a:ext cx="243720" cy="243360"/>
              </a:xfrm>
              <a:custGeom>
                <a:avLst/>
                <a:gdLst>
                  <a:gd name="textAreaLeft" fmla="*/ 0 w 243720"/>
                  <a:gd name="textAreaRight" fmla="*/ 244080 w 243720"/>
                  <a:gd name="textAreaTop" fmla="*/ 0 h 243360"/>
                  <a:gd name="textAreaBottom" fmla="*/ 243720 h 24336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1568880" y="442440"/>
            <a:ext cx="6005880" cy="595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137" name="Google Shape;675;p15"/>
          <p:cNvCxnSpPr/>
          <p:nvPr/>
        </p:nvCxnSpPr>
        <p:spPr>
          <a:xfrm flipH="1" flipV="1">
            <a:off x="8109000" y="501120"/>
            <a:ext cx="738000" cy="7380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38" name="Google Shape;676;p15"/>
          <p:cNvCxnSpPr/>
          <p:nvPr/>
        </p:nvCxnSpPr>
        <p:spPr>
          <a:xfrm>
            <a:off x="582120" y="281880"/>
            <a:ext cx="1213560" cy="423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39" name="Google Shape;677;p15"/>
          <p:cNvCxnSpPr/>
          <p:nvPr/>
        </p:nvCxnSpPr>
        <p:spPr>
          <a:xfrm flipV="1">
            <a:off x="0" y="273960"/>
            <a:ext cx="582840" cy="6548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40" name="Google Shape;678;p15"/>
          <p:cNvGrpSpPr/>
          <p:nvPr/>
        </p:nvGrpSpPr>
        <p:grpSpPr>
          <a:xfrm>
            <a:off x="423720" y="125280"/>
            <a:ext cx="291600" cy="292320"/>
            <a:chOff x="423720" y="125280"/>
            <a:chExt cx="291600" cy="292320"/>
          </a:xfrm>
        </p:grpSpPr>
        <p:sp>
          <p:nvSpPr>
            <p:cNvPr id="141" name="Google Shape;679;p15"/>
            <p:cNvSpPr/>
            <p:nvPr/>
          </p:nvSpPr>
          <p:spPr>
            <a:xfrm flipH="1">
              <a:off x="428040" y="13032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" name="Google Shape;680;p15"/>
            <p:cNvSpPr/>
            <p:nvPr/>
          </p:nvSpPr>
          <p:spPr>
            <a:xfrm flipH="1">
              <a:off x="423720" y="12528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" name="Google Shape;681;p15"/>
            <p:cNvSpPr/>
            <p:nvPr/>
          </p:nvSpPr>
          <p:spPr>
            <a:xfrm flipH="1">
              <a:off x="489960" y="19224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" name="Google Shape;682;p15"/>
            <p:cNvSpPr/>
            <p:nvPr/>
          </p:nvSpPr>
          <p:spPr>
            <a:xfrm flipH="1">
              <a:off x="484920" y="18792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5" name="Google Shape;683;p15"/>
          <p:cNvGrpSpPr/>
          <p:nvPr/>
        </p:nvGrpSpPr>
        <p:grpSpPr>
          <a:xfrm>
            <a:off x="1638360" y="558000"/>
            <a:ext cx="292680" cy="293040"/>
            <a:chOff x="1638360" y="558000"/>
            <a:chExt cx="292680" cy="293040"/>
          </a:xfrm>
        </p:grpSpPr>
        <p:sp>
          <p:nvSpPr>
            <p:cNvPr id="146" name="Google Shape;684;p15"/>
            <p:cNvSpPr/>
            <p:nvPr/>
          </p:nvSpPr>
          <p:spPr>
            <a:xfrm flipH="1">
              <a:off x="1640160" y="56052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" name="Google Shape;685;p15"/>
            <p:cNvSpPr/>
            <p:nvPr/>
          </p:nvSpPr>
          <p:spPr>
            <a:xfrm flipH="1">
              <a:off x="1638000" y="55800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" name="Google Shape;686;p15"/>
            <p:cNvSpPr/>
            <p:nvPr/>
          </p:nvSpPr>
          <p:spPr>
            <a:xfrm flipH="1">
              <a:off x="1677600" y="59724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" name="Google Shape;687;p15"/>
            <p:cNvSpPr/>
            <p:nvPr/>
          </p:nvSpPr>
          <p:spPr>
            <a:xfrm flipH="1">
              <a:off x="1675080" y="59472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" name="Google Shape;688;p15"/>
            <p:cNvSpPr/>
            <p:nvPr/>
          </p:nvSpPr>
          <p:spPr>
            <a:xfrm flipH="1">
              <a:off x="1716480" y="63684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" name="Google Shape;689;p15"/>
            <p:cNvSpPr/>
            <p:nvPr/>
          </p:nvSpPr>
          <p:spPr>
            <a:xfrm flipH="1">
              <a:off x="1713960" y="63468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2" name="Google Shape;690;p15"/>
          <p:cNvGrpSpPr/>
          <p:nvPr/>
        </p:nvGrpSpPr>
        <p:grpSpPr>
          <a:xfrm>
            <a:off x="1591920" y="362520"/>
            <a:ext cx="174600" cy="26640"/>
            <a:chOff x="1591920" y="362520"/>
            <a:chExt cx="174600" cy="26640"/>
          </a:xfrm>
        </p:grpSpPr>
        <p:sp>
          <p:nvSpPr>
            <p:cNvPr id="153" name="Google Shape;691;p15"/>
            <p:cNvSpPr/>
            <p:nvPr/>
          </p:nvSpPr>
          <p:spPr>
            <a:xfrm>
              <a:off x="1591920" y="36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" name="Google Shape;692;p15"/>
            <p:cNvSpPr/>
            <p:nvPr/>
          </p:nvSpPr>
          <p:spPr>
            <a:xfrm>
              <a:off x="1665720" y="36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" name="Google Shape;693;p15"/>
            <p:cNvSpPr/>
            <p:nvPr/>
          </p:nvSpPr>
          <p:spPr>
            <a:xfrm>
              <a:off x="1739880" y="36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56" name="Google Shape;694;p15"/>
          <p:cNvCxnSpPr/>
          <p:nvPr/>
        </p:nvCxnSpPr>
        <p:spPr>
          <a:xfrm flipH="1">
            <a:off x="8151120" y="6840"/>
            <a:ext cx="1002960" cy="4946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57" name="Google Shape;695;p15"/>
          <p:cNvGrpSpPr/>
          <p:nvPr/>
        </p:nvGrpSpPr>
        <p:grpSpPr>
          <a:xfrm>
            <a:off x="7823880" y="202320"/>
            <a:ext cx="581400" cy="582120"/>
            <a:chOff x="7823880" y="202320"/>
            <a:chExt cx="581400" cy="582120"/>
          </a:xfrm>
        </p:grpSpPr>
        <p:sp>
          <p:nvSpPr>
            <p:cNvPr id="158" name="Google Shape;696;p15"/>
            <p:cNvSpPr/>
            <p:nvPr/>
          </p:nvSpPr>
          <p:spPr>
            <a:xfrm>
              <a:off x="7828200" y="20736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" name="Google Shape;697;p15"/>
            <p:cNvSpPr/>
            <p:nvPr/>
          </p:nvSpPr>
          <p:spPr>
            <a:xfrm>
              <a:off x="7823880" y="20232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" name="Google Shape;698;p15"/>
            <p:cNvSpPr/>
            <p:nvPr/>
          </p:nvSpPr>
          <p:spPr>
            <a:xfrm>
              <a:off x="7900920" y="27972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" name="Google Shape;699;p15"/>
            <p:cNvSpPr/>
            <p:nvPr/>
          </p:nvSpPr>
          <p:spPr>
            <a:xfrm>
              <a:off x="7896240" y="2746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" name="Google Shape;700;p15"/>
            <p:cNvSpPr/>
            <p:nvPr/>
          </p:nvSpPr>
          <p:spPr>
            <a:xfrm>
              <a:off x="7979400" y="3585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" name="Google Shape;701;p15"/>
            <p:cNvSpPr/>
            <p:nvPr/>
          </p:nvSpPr>
          <p:spPr>
            <a:xfrm>
              <a:off x="7975080" y="35388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64" name="Google Shape;702;p15"/>
          <p:cNvGrpSpPr/>
          <p:nvPr/>
        </p:nvGrpSpPr>
        <p:grpSpPr>
          <a:xfrm>
            <a:off x="8698680" y="1117440"/>
            <a:ext cx="291600" cy="292320"/>
            <a:chOff x="8698680" y="1117440"/>
            <a:chExt cx="291600" cy="292320"/>
          </a:xfrm>
        </p:grpSpPr>
        <p:sp>
          <p:nvSpPr>
            <p:cNvPr id="165" name="Google Shape;703;p15"/>
            <p:cNvSpPr/>
            <p:nvPr/>
          </p:nvSpPr>
          <p:spPr>
            <a:xfrm flipH="1">
              <a:off x="8703000" y="112248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" name="Google Shape;704;p15"/>
            <p:cNvSpPr/>
            <p:nvPr/>
          </p:nvSpPr>
          <p:spPr>
            <a:xfrm flipH="1">
              <a:off x="8698680" y="111744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" name="Google Shape;705;p15"/>
            <p:cNvSpPr/>
            <p:nvPr/>
          </p:nvSpPr>
          <p:spPr>
            <a:xfrm flipH="1">
              <a:off x="8764920" y="118440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" name="Google Shape;706;p15"/>
            <p:cNvSpPr/>
            <p:nvPr/>
          </p:nvSpPr>
          <p:spPr>
            <a:xfrm flipH="1">
              <a:off x="8759880" y="117972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69" name="Google Shape;707;p15"/>
          <p:cNvGrpSpPr/>
          <p:nvPr/>
        </p:nvGrpSpPr>
        <p:grpSpPr>
          <a:xfrm>
            <a:off x="8678520" y="1581840"/>
            <a:ext cx="174600" cy="26640"/>
            <a:chOff x="8678520" y="1581840"/>
            <a:chExt cx="174600" cy="26640"/>
          </a:xfrm>
        </p:grpSpPr>
        <p:sp>
          <p:nvSpPr>
            <p:cNvPr id="170" name="Google Shape;708;p15"/>
            <p:cNvSpPr/>
            <p:nvPr/>
          </p:nvSpPr>
          <p:spPr>
            <a:xfrm>
              <a:off x="8678520" y="15818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" name="Google Shape;709;p15"/>
            <p:cNvSpPr/>
            <p:nvPr/>
          </p:nvSpPr>
          <p:spPr>
            <a:xfrm>
              <a:off x="8752320" y="15818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" name="Google Shape;710;p15"/>
            <p:cNvSpPr/>
            <p:nvPr/>
          </p:nvSpPr>
          <p:spPr>
            <a:xfrm>
              <a:off x="8826480" y="15818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3" name="Google Shape;712;p16"/>
          <p:cNvCxnSpPr/>
          <p:nvPr/>
        </p:nvCxnSpPr>
        <p:spPr>
          <a:xfrm>
            <a:off x="590400" y="4340520"/>
            <a:ext cx="670320" cy="423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2208240" y="342720"/>
            <a:ext cx="47275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175" name="Google Shape;714;p16"/>
          <p:cNvCxnSpPr/>
          <p:nvPr/>
        </p:nvCxnSpPr>
        <p:spPr>
          <a:xfrm flipV="1">
            <a:off x="0" y="4332240"/>
            <a:ext cx="590760" cy="6645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76" name="Google Shape;715;p16"/>
          <p:cNvGrpSpPr/>
          <p:nvPr/>
        </p:nvGrpSpPr>
        <p:grpSpPr>
          <a:xfrm>
            <a:off x="431640" y="4183920"/>
            <a:ext cx="291600" cy="292320"/>
            <a:chOff x="431640" y="4183920"/>
            <a:chExt cx="291600" cy="292320"/>
          </a:xfrm>
        </p:grpSpPr>
        <p:sp>
          <p:nvSpPr>
            <p:cNvPr id="177" name="Google Shape;716;p16"/>
            <p:cNvSpPr/>
            <p:nvPr/>
          </p:nvSpPr>
          <p:spPr>
            <a:xfrm flipH="1">
              <a:off x="436320" y="418860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" name="Google Shape;717;p16"/>
            <p:cNvSpPr/>
            <p:nvPr/>
          </p:nvSpPr>
          <p:spPr>
            <a:xfrm flipH="1">
              <a:off x="431640" y="418392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" name="Google Shape;718;p16"/>
            <p:cNvSpPr/>
            <p:nvPr/>
          </p:nvSpPr>
          <p:spPr>
            <a:xfrm flipH="1">
              <a:off x="497880" y="425052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" name="Google Shape;719;p16"/>
            <p:cNvSpPr/>
            <p:nvPr/>
          </p:nvSpPr>
          <p:spPr>
            <a:xfrm flipH="1">
              <a:off x="492840" y="424620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1" name="Google Shape;720;p16"/>
          <p:cNvGrpSpPr/>
          <p:nvPr/>
        </p:nvGrpSpPr>
        <p:grpSpPr>
          <a:xfrm>
            <a:off x="1075320" y="4604760"/>
            <a:ext cx="292680" cy="293040"/>
            <a:chOff x="1075320" y="4604760"/>
            <a:chExt cx="292680" cy="293040"/>
          </a:xfrm>
        </p:grpSpPr>
        <p:sp>
          <p:nvSpPr>
            <p:cNvPr id="182" name="Google Shape;721;p16"/>
            <p:cNvSpPr/>
            <p:nvPr/>
          </p:nvSpPr>
          <p:spPr>
            <a:xfrm flipH="1">
              <a:off x="1077480" y="460728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" name="Google Shape;722;p16"/>
            <p:cNvSpPr/>
            <p:nvPr/>
          </p:nvSpPr>
          <p:spPr>
            <a:xfrm flipH="1">
              <a:off x="1074960" y="460476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" name="Google Shape;723;p16"/>
            <p:cNvSpPr/>
            <p:nvPr/>
          </p:nvSpPr>
          <p:spPr>
            <a:xfrm flipH="1">
              <a:off x="1114560" y="464364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" name="Google Shape;724;p16"/>
            <p:cNvSpPr/>
            <p:nvPr/>
          </p:nvSpPr>
          <p:spPr>
            <a:xfrm flipH="1">
              <a:off x="1112400" y="464112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" name="Google Shape;725;p16"/>
            <p:cNvSpPr/>
            <p:nvPr/>
          </p:nvSpPr>
          <p:spPr>
            <a:xfrm flipH="1">
              <a:off x="1153800" y="468324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" name="Google Shape;726;p16"/>
            <p:cNvSpPr/>
            <p:nvPr/>
          </p:nvSpPr>
          <p:spPr>
            <a:xfrm flipH="1">
              <a:off x="1151280" y="468108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88" name="Google Shape;727;p16"/>
          <p:cNvCxnSpPr/>
          <p:nvPr/>
        </p:nvCxnSpPr>
        <p:spPr>
          <a:xfrm flipH="1" flipV="1">
            <a:off x="7196760" y="294840"/>
            <a:ext cx="1157400" cy="5432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89" name="Google Shape;728;p16"/>
          <p:cNvCxnSpPr/>
          <p:nvPr/>
        </p:nvCxnSpPr>
        <p:spPr>
          <a:xfrm flipH="1">
            <a:off x="8353800" y="-6480"/>
            <a:ext cx="792000" cy="83628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90" name="Google Shape;729;p16"/>
          <p:cNvGrpSpPr/>
          <p:nvPr/>
        </p:nvGrpSpPr>
        <p:grpSpPr>
          <a:xfrm>
            <a:off x="8064360" y="527040"/>
            <a:ext cx="581400" cy="582120"/>
            <a:chOff x="8064360" y="527040"/>
            <a:chExt cx="581400" cy="582120"/>
          </a:xfrm>
        </p:grpSpPr>
        <p:sp>
          <p:nvSpPr>
            <p:cNvPr id="191" name="Google Shape;730;p16"/>
            <p:cNvSpPr/>
            <p:nvPr/>
          </p:nvSpPr>
          <p:spPr>
            <a:xfrm>
              <a:off x="8068680" y="53208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2" name="Google Shape;731;p16"/>
            <p:cNvSpPr/>
            <p:nvPr/>
          </p:nvSpPr>
          <p:spPr>
            <a:xfrm>
              <a:off x="8064360" y="52704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" name="Google Shape;732;p16"/>
            <p:cNvSpPr/>
            <p:nvPr/>
          </p:nvSpPr>
          <p:spPr>
            <a:xfrm>
              <a:off x="8141040" y="6044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" name="Google Shape;733;p16"/>
            <p:cNvSpPr/>
            <p:nvPr/>
          </p:nvSpPr>
          <p:spPr>
            <a:xfrm>
              <a:off x="8136720" y="59940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" name="Google Shape;734;p16"/>
            <p:cNvSpPr/>
            <p:nvPr/>
          </p:nvSpPr>
          <p:spPr>
            <a:xfrm>
              <a:off x="8219880" y="68292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" name="Google Shape;735;p16"/>
            <p:cNvSpPr/>
            <p:nvPr/>
          </p:nvSpPr>
          <p:spPr>
            <a:xfrm>
              <a:off x="8215200" y="67860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97" name="Google Shape;736;p16"/>
          <p:cNvGrpSpPr/>
          <p:nvPr/>
        </p:nvGrpSpPr>
        <p:grpSpPr>
          <a:xfrm>
            <a:off x="7034040" y="171000"/>
            <a:ext cx="291600" cy="292320"/>
            <a:chOff x="7034040" y="171000"/>
            <a:chExt cx="291600" cy="292320"/>
          </a:xfrm>
        </p:grpSpPr>
        <p:sp>
          <p:nvSpPr>
            <p:cNvPr id="198" name="Google Shape;737;p16"/>
            <p:cNvSpPr/>
            <p:nvPr/>
          </p:nvSpPr>
          <p:spPr>
            <a:xfrm>
              <a:off x="7039080" y="176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" name="Google Shape;738;p16"/>
            <p:cNvSpPr/>
            <p:nvPr/>
          </p:nvSpPr>
          <p:spPr>
            <a:xfrm>
              <a:off x="7034040" y="171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0" name="Google Shape;739;p16"/>
            <p:cNvSpPr/>
            <p:nvPr/>
          </p:nvSpPr>
          <p:spPr>
            <a:xfrm>
              <a:off x="7100640" y="237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" name="Google Shape;740;p16"/>
            <p:cNvSpPr/>
            <p:nvPr/>
          </p:nvSpPr>
          <p:spPr>
            <a:xfrm>
              <a:off x="7096320" y="23328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02" name="Google Shape;741;p16"/>
          <p:cNvGrpSpPr/>
          <p:nvPr/>
        </p:nvGrpSpPr>
        <p:grpSpPr>
          <a:xfrm>
            <a:off x="8758080" y="229680"/>
            <a:ext cx="174600" cy="174600"/>
            <a:chOff x="8758080" y="229680"/>
            <a:chExt cx="174600" cy="174600"/>
          </a:xfrm>
        </p:grpSpPr>
        <p:sp>
          <p:nvSpPr>
            <p:cNvPr id="203" name="Google Shape;742;p16"/>
            <p:cNvSpPr/>
            <p:nvPr/>
          </p:nvSpPr>
          <p:spPr>
            <a:xfrm>
              <a:off x="8762400" y="2347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4" name="Google Shape;743;p16"/>
            <p:cNvSpPr/>
            <p:nvPr/>
          </p:nvSpPr>
          <p:spPr>
            <a:xfrm>
              <a:off x="8758080" y="2296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5" name="Google Shape;744;p16"/>
            <p:cNvSpPr/>
            <p:nvPr/>
          </p:nvSpPr>
          <p:spPr>
            <a:xfrm>
              <a:off x="8799120" y="2710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" name="Google Shape;745;p16"/>
            <p:cNvSpPr/>
            <p:nvPr/>
          </p:nvSpPr>
          <p:spPr>
            <a:xfrm>
              <a:off x="8794080" y="26640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07" name="Google Shape;746;p16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208" name="Google Shape;747;p16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9" name="Google Shape;748;p16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" name="Google Shape;749;p16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11" name="Google Shape;750;p16"/>
          <p:cNvGrpSpPr/>
          <p:nvPr/>
        </p:nvGrpSpPr>
        <p:grpSpPr>
          <a:xfrm>
            <a:off x="7916400" y="1124640"/>
            <a:ext cx="174600" cy="26640"/>
            <a:chOff x="7916400" y="1124640"/>
            <a:chExt cx="174600" cy="26640"/>
          </a:xfrm>
        </p:grpSpPr>
        <p:sp>
          <p:nvSpPr>
            <p:cNvPr id="212" name="Google Shape;751;p16"/>
            <p:cNvSpPr/>
            <p:nvPr/>
          </p:nvSpPr>
          <p:spPr>
            <a:xfrm>
              <a:off x="79164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" name="Google Shape;752;p16"/>
            <p:cNvSpPr/>
            <p:nvPr/>
          </p:nvSpPr>
          <p:spPr>
            <a:xfrm>
              <a:off x="79902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" name="Google Shape;753;p16"/>
            <p:cNvSpPr/>
            <p:nvPr/>
          </p:nvSpPr>
          <p:spPr>
            <a:xfrm>
              <a:off x="806436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3090600" y="338400"/>
            <a:ext cx="296244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216" name="Google Shape;774;p17"/>
          <p:cNvCxnSpPr/>
          <p:nvPr/>
        </p:nvCxnSpPr>
        <p:spPr>
          <a:xfrm>
            <a:off x="2904120" y="4512960"/>
            <a:ext cx="1133280" cy="30672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217" name="Google Shape;775;p17"/>
          <p:cNvCxnSpPr/>
          <p:nvPr/>
        </p:nvCxnSpPr>
        <p:spPr>
          <a:xfrm flipV="1">
            <a:off x="1562040" y="4492080"/>
            <a:ext cx="1342440" cy="31572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218" name="Google Shape;776;p17"/>
          <p:cNvCxnSpPr/>
          <p:nvPr/>
        </p:nvCxnSpPr>
        <p:spPr>
          <a:xfrm>
            <a:off x="259200" y="4407840"/>
            <a:ext cx="1332360" cy="3924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219" name="Google Shape;777;p17"/>
          <p:cNvCxnSpPr/>
          <p:nvPr/>
        </p:nvCxnSpPr>
        <p:spPr>
          <a:xfrm>
            <a:off x="-6840" y="3993480"/>
            <a:ext cx="273960" cy="40752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220" name="Google Shape;778;p17"/>
          <p:cNvGrpSpPr/>
          <p:nvPr/>
        </p:nvGrpSpPr>
        <p:grpSpPr>
          <a:xfrm>
            <a:off x="1278000" y="4512960"/>
            <a:ext cx="581400" cy="582120"/>
            <a:chOff x="1278000" y="4512960"/>
            <a:chExt cx="581400" cy="582120"/>
          </a:xfrm>
        </p:grpSpPr>
        <p:sp>
          <p:nvSpPr>
            <p:cNvPr id="221" name="Google Shape;779;p17"/>
            <p:cNvSpPr/>
            <p:nvPr/>
          </p:nvSpPr>
          <p:spPr>
            <a:xfrm flipH="1">
              <a:off x="1282680" y="4518000"/>
              <a:ext cx="572400" cy="572040"/>
            </a:xfrm>
            <a:custGeom>
              <a:avLst/>
              <a:gdLst>
                <a:gd name="textAreaLeft" fmla="*/ 360 w 572400"/>
                <a:gd name="textAreaRight" fmla="*/ 57312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" name="Google Shape;780;p17"/>
            <p:cNvSpPr/>
            <p:nvPr/>
          </p:nvSpPr>
          <p:spPr>
            <a:xfrm flipH="1">
              <a:off x="1277640" y="4512960"/>
              <a:ext cx="581400" cy="582120"/>
            </a:xfrm>
            <a:custGeom>
              <a:avLst/>
              <a:gdLst>
                <a:gd name="textAreaLeft" fmla="*/ -360 w 581400"/>
                <a:gd name="textAreaRight" fmla="*/ 58140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" name="Google Shape;781;p17"/>
            <p:cNvSpPr/>
            <p:nvPr/>
          </p:nvSpPr>
          <p:spPr>
            <a:xfrm flipH="1">
              <a:off x="1355400" y="4590720"/>
              <a:ext cx="427680" cy="426960"/>
            </a:xfrm>
            <a:custGeom>
              <a:avLst/>
              <a:gdLst>
                <a:gd name="textAreaLeft" fmla="*/ 360 w 427680"/>
                <a:gd name="textAreaRight" fmla="*/ 42840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" name="Google Shape;782;p17"/>
            <p:cNvSpPr/>
            <p:nvPr/>
          </p:nvSpPr>
          <p:spPr>
            <a:xfrm flipH="1">
              <a:off x="1350000" y="4585680"/>
              <a:ext cx="436680" cy="437040"/>
            </a:xfrm>
            <a:custGeom>
              <a:avLst/>
              <a:gdLst>
                <a:gd name="textAreaLeft" fmla="*/ -360 w 436680"/>
                <a:gd name="textAreaRight" fmla="*/ 43668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" name="Google Shape;783;p17"/>
            <p:cNvSpPr/>
            <p:nvPr/>
          </p:nvSpPr>
          <p:spPr>
            <a:xfrm flipH="1">
              <a:off x="1434240" y="4669200"/>
              <a:ext cx="270000" cy="270000"/>
            </a:xfrm>
            <a:custGeom>
              <a:avLst/>
              <a:gdLst>
                <a:gd name="textAreaLeft" fmla="*/ 360 w 270000"/>
                <a:gd name="textAreaRight" fmla="*/ 27072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" name="Google Shape;784;p17"/>
            <p:cNvSpPr/>
            <p:nvPr/>
          </p:nvSpPr>
          <p:spPr>
            <a:xfrm flipH="1">
              <a:off x="1429200" y="4664520"/>
              <a:ext cx="279360" cy="279000"/>
            </a:xfrm>
            <a:custGeom>
              <a:avLst/>
              <a:gdLst>
                <a:gd name="textAreaLeft" fmla="*/ 360 w 279360"/>
                <a:gd name="textAreaRight" fmla="*/ 28008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27" name="Google Shape;785;p17"/>
          <p:cNvGrpSpPr/>
          <p:nvPr/>
        </p:nvGrpSpPr>
        <p:grpSpPr>
          <a:xfrm>
            <a:off x="2747520" y="4340520"/>
            <a:ext cx="291600" cy="292320"/>
            <a:chOff x="2747520" y="4340520"/>
            <a:chExt cx="291600" cy="292320"/>
          </a:xfrm>
        </p:grpSpPr>
        <p:sp>
          <p:nvSpPr>
            <p:cNvPr id="228" name="Google Shape;786;p17"/>
            <p:cNvSpPr/>
            <p:nvPr/>
          </p:nvSpPr>
          <p:spPr>
            <a:xfrm flipH="1">
              <a:off x="2752200" y="434556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" name="Google Shape;787;p17"/>
            <p:cNvSpPr/>
            <p:nvPr/>
          </p:nvSpPr>
          <p:spPr>
            <a:xfrm flipH="1">
              <a:off x="2747520" y="434052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" name="Google Shape;788;p17"/>
            <p:cNvSpPr/>
            <p:nvPr/>
          </p:nvSpPr>
          <p:spPr>
            <a:xfrm flipH="1">
              <a:off x="2813760" y="440748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" name="Google Shape;789;p17"/>
            <p:cNvSpPr/>
            <p:nvPr/>
          </p:nvSpPr>
          <p:spPr>
            <a:xfrm flipH="1">
              <a:off x="2808720" y="440280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32" name="Google Shape;790;p17"/>
          <p:cNvGrpSpPr/>
          <p:nvPr/>
        </p:nvGrpSpPr>
        <p:grpSpPr>
          <a:xfrm>
            <a:off x="171000" y="4314960"/>
            <a:ext cx="174600" cy="174600"/>
            <a:chOff x="171000" y="4314960"/>
            <a:chExt cx="174600" cy="174600"/>
          </a:xfrm>
        </p:grpSpPr>
        <p:sp>
          <p:nvSpPr>
            <p:cNvPr id="233" name="Google Shape;791;p17"/>
            <p:cNvSpPr/>
            <p:nvPr/>
          </p:nvSpPr>
          <p:spPr>
            <a:xfrm flipH="1">
              <a:off x="175680" y="4320000"/>
              <a:ext cx="165600" cy="165240"/>
            </a:xfrm>
            <a:custGeom>
              <a:avLst/>
              <a:gdLst>
                <a:gd name="textAreaLeft" fmla="*/ 360 w 165600"/>
                <a:gd name="textAreaRight" fmla="*/ 16632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" name="Google Shape;792;p17"/>
            <p:cNvSpPr/>
            <p:nvPr/>
          </p:nvSpPr>
          <p:spPr>
            <a:xfrm flipH="1">
              <a:off x="170640" y="4314960"/>
              <a:ext cx="174600" cy="174600"/>
            </a:xfrm>
            <a:custGeom>
              <a:avLst/>
              <a:gdLst>
                <a:gd name="textAreaLeft" fmla="*/ -360 w 174600"/>
                <a:gd name="textAreaRight" fmla="*/ 17460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" name="Google Shape;793;p17"/>
            <p:cNvSpPr/>
            <p:nvPr/>
          </p:nvSpPr>
          <p:spPr>
            <a:xfrm flipH="1">
              <a:off x="212400" y="4356360"/>
              <a:ext cx="92160" cy="92880"/>
            </a:xfrm>
            <a:custGeom>
              <a:avLst/>
              <a:gdLst>
                <a:gd name="textAreaLeft" fmla="*/ 360 w 92160"/>
                <a:gd name="textAreaRight" fmla="*/ 9288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" name="Google Shape;794;p17"/>
            <p:cNvSpPr/>
            <p:nvPr/>
          </p:nvSpPr>
          <p:spPr>
            <a:xfrm flipH="1">
              <a:off x="207360" y="4351680"/>
              <a:ext cx="102240" cy="101520"/>
            </a:xfrm>
            <a:custGeom>
              <a:avLst/>
              <a:gdLst>
                <a:gd name="textAreaLeft" fmla="*/ 360 w 102240"/>
                <a:gd name="textAreaRight" fmla="*/ 10296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37" name="Google Shape;795;p17"/>
          <p:cNvGrpSpPr/>
          <p:nvPr/>
        </p:nvGrpSpPr>
        <p:grpSpPr>
          <a:xfrm>
            <a:off x="3872880" y="4657680"/>
            <a:ext cx="292680" cy="293040"/>
            <a:chOff x="3872880" y="4657680"/>
            <a:chExt cx="292680" cy="293040"/>
          </a:xfrm>
        </p:grpSpPr>
        <p:sp>
          <p:nvSpPr>
            <p:cNvPr id="238" name="Google Shape;796;p17"/>
            <p:cNvSpPr/>
            <p:nvPr/>
          </p:nvSpPr>
          <p:spPr>
            <a:xfrm flipH="1">
              <a:off x="3874680" y="466020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" name="Google Shape;797;p17"/>
            <p:cNvSpPr/>
            <p:nvPr/>
          </p:nvSpPr>
          <p:spPr>
            <a:xfrm flipH="1">
              <a:off x="3872520" y="465768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" name="Google Shape;798;p17"/>
            <p:cNvSpPr/>
            <p:nvPr/>
          </p:nvSpPr>
          <p:spPr>
            <a:xfrm flipH="1">
              <a:off x="3911760" y="469656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" name="Google Shape;799;p17"/>
            <p:cNvSpPr/>
            <p:nvPr/>
          </p:nvSpPr>
          <p:spPr>
            <a:xfrm flipH="1">
              <a:off x="3909600" y="469404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" name="Google Shape;800;p17"/>
            <p:cNvSpPr/>
            <p:nvPr/>
          </p:nvSpPr>
          <p:spPr>
            <a:xfrm flipH="1">
              <a:off x="3951000" y="473616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" name="Google Shape;801;p17"/>
            <p:cNvSpPr/>
            <p:nvPr/>
          </p:nvSpPr>
          <p:spPr>
            <a:xfrm flipH="1">
              <a:off x="3948480" y="473400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44" name="Google Shape;802;p17"/>
          <p:cNvGrpSpPr/>
          <p:nvPr/>
        </p:nvGrpSpPr>
        <p:grpSpPr>
          <a:xfrm>
            <a:off x="242280" y="4142520"/>
            <a:ext cx="174600" cy="26640"/>
            <a:chOff x="242280" y="4142520"/>
            <a:chExt cx="174600" cy="26640"/>
          </a:xfrm>
        </p:grpSpPr>
        <p:sp>
          <p:nvSpPr>
            <p:cNvPr id="245" name="Google Shape;803;p17"/>
            <p:cNvSpPr/>
            <p:nvPr/>
          </p:nvSpPr>
          <p:spPr>
            <a:xfrm flipH="1">
              <a:off x="390240" y="414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" name="Google Shape;804;p17"/>
            <p:cNvSpPr/>
            <p:nvPr/>
          </p:nvSpPr>
          <p:spPr>
            <a:xfrm flipH="1">
              <a:off x="316440" y="414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" name="Google Shape;805;p17"/>
            <p:cNvSpPr/>
            <p:nvPr/>
          </p:nvSpPr>
          <p:spPr>
            <a:xfrm flipH="1">
              <a:off x="242280" y="414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248" name="Google Shape;806;p17"/>
          <p:cNvCxnSpPr/>
          <p:nvPr/>
        </p:nvCxnSpPr>
        <p:spPr>
          <a:xfrm flipH="1" flipV="1">
            <a:off x="5994720" y="226440"/>
            <a:ext cx="1505160" cy="2250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249" name="Google Shape;807;p17"/>
          <p:cNvCxnSpPr/>
          <p:nvPr/>
        </p:nvCxnSpPr>
        <p:spPr>
          <a:xfrm flipH="1" flipV="1">
            <a:off x="7512840" y="457560"/>
            <a:ext cx="829800" cy="7437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250" name="Google Shape;808;p17"/>
          <p:cNvCxnSpPr/>
          <p:nvPr/>
        </p:nvCxnSpPr>
        <p:spPr>
          <a:xfrm flipH="1">
            <a:off x="8348760" y="-6480"/>
            <a:ext cx="797040" cy="11880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251" name="Google Shape;809;p17"/>
          <p:cNvGrpSpPr/>
          <p:nvPr/>
        </p:nvGrpSpPr>
        <p:grpSpPr>
          <a:xfrm>
            <a:off x="8064360" y="1040400"/>
            <a:ext cx="581400" cy="582120"/>
            <a:chOff x="8064360" y="1040400"/>
            <a:chExt cx="581400" cy="582120"/>
          </a:xfrm>
        </p:grpSpPr>
        <p:sp>
          <p:nvSpPr>
            <p:cNvPr id="252" name="Google Shape;810;p17"/>
            <p:cNvSpPr/>
            <p:nvPr/>
          </p:nvSpPr>
          <p:spPr>
            <a:xfrm>
              <a:off x="8068680" y="104544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3" name="Google Shape;811;p17"/>
            <p:cNvSpPr/>
            <p:nvPr/>
          </p:nvSpPr>
          <p:spPr>
            <a:xfrm>
              <a:off x="8064360" y="104040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" name="Google Shape;812;p17"/>
            <p:cNvSpPr/>
            <p:nvPr/>
          </p:nvSpPr>
          <p:spPr>
            <a:xfrm>
              <a:off x="8141040" y="111780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" name="Google Shape;813;p17"/>
            <p:cNvSpPr/>
            <p:nvPr/>
          </p:nvSpPr>
          <p:spPr>
            <a:xfrm>
              <a:off x="8136720" y="111276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" name="Google Shape;814;p17"/>
            <p:cNvSpPr/>
            <p:nvPr/>
          </p:nvSpPr>
          <p:spPr>
            <a:xfrm>
              <a:off x="8219880" y="119628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" name="Google Shape;815;p17"/>
            <p:cNvSpPr/>
            <p:nvPr/>
          </p:nvSpPr>
          <p:spPr>
            <a:xfrm>
              <a:off x="8215200" y="119196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58" name="Google Shape;816;p17"/>
          <p:cNvGrpSpPr/>
          <p:nvPr/>
        </p:nvGrpSpPr>
        <p:grpSpPr>
          <a:xfrm>
            <a:off x="7353000" y="316440"/>
            <a:ext cx="291600" cy="292320"/>
            <a:chOff x="7353000" y="316440"/>
            <a:chExt cx="291600" cy="292320"/>
          </a:xfrm>
        </p:grpSpPr>
        <p:sp>
          <p:nvSpPr>
            <p:cNvPr id="259" name="Google Shape;817;p17"/>
            <p:cNvSpPr/>
            <p:nvPr/>
          </p:nvSpPr>
          <p:spPr>
            <a:xfrm>
              <a:off x="7358040" y="32112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0" name="Google Shape;818;p17"/>
            <p:cNvSpPr/>
            <p:nvPr/>
          </p:nvSpPr>
          <p:spPr>
            <a:xfrm>
              <a:off x="7353000" y="31644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1" name="Google Shape;819;p17"/>
            <p:cNvSpPr/>
            <p:nvPr/>
          </p:nvSpPr>
          <p:spPr>
            <a:xfrm>
              <a:off x="7419960" y="3830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2" name="Google Shape;820;p17"/>
            <p:cNvSpPr/>
            <p:nvPr/>
          </p:nvSpPr>
          <p:spPr>
            <a:xfrm>
              <a:off x="7415640" y="37872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63" name="Google Shape;821;p17"/>
          <p:cNvGrpSpPr/>
          <p:nvPr/>
        </p:nvGrpSpPr>
        <p:grpSpPr>
          <a:xfrm>
            <a:off x="8792280" y="321120"/>
            <a:ext cx="174600" cy="174600"/>
            <a:chOff x="8792280" y="321120"/>
            <a:chExt cx="174600" cy="174600"/>
          </a:xfrm>
        </p:grpSpPr>
        <p:sp>
          <p:nvSpPr>
            <p:cNvPr id="264" name="Google Shape;822;p17"/>
            <p:cNvSpPr/>
            <p:nvPr/>
          </p:nvSpPr>
          <p:spPr>
            <a:xfrm>
              <a:off x="8796600" y="32616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5" name="Google Shape;823;p17"/>
            <p:cNvSpPr/>
            <p:nvPr/>
          </p:nvSpPr>
          <p:spPr>
            <a:xfrm>
              <a:off x="8792280" y="32112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6" name="Google Shape;824;p17"/>
            <p:cNvSpPr/>
            <p:nvPr/>
          </p:nvSpPr>
          <p:spPr>
            <a:xfrm>
              <a:off x="8833680" y="36252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7" name="Google Shape;825;p17"/>
            <p:cNvSpPr/>
            <p:nvPr/>
          </p:nvSpPr>
          <p:spPr>
            <a:xfrm>
              <a:off x="8828640" y="35820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68" name="Google Shape;826;p17"/>
          <p:cNvSpPr/>
          <p:nvPr/>
        </p:nvSpPr>
        <p:spPr>
          <a:xfrm>
            <a:off x="5829480" y="68760"/>
            <a:ext cx="288360" cy="288000"/>
          </a:xfrm>
          <a:custGeom>
            <a:avLst/>
            <a:gdLst>
              <a:gd name="textAreaLeft" fmla="*/ 0 w 288360"/>
              <a:gd name="textAreaRight" fmla="*/ 28872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69" name="Google Shape;827;p17"/>
          <p:cNvSpPr/>
          <p:nvPr/>
        </p:nvSpPr>
        <p:spPr>
          <a:xfrm>
            <a:off x="5826960" y="66240"/>
            <a:ext cx="292680" cy="293040"/>
          </a:xfrm>
          <a:custGeom>
            <a:avLst/>
            <a:gdLst>
              <a:gd name="textAreaLeft" fmla="*/ 0 w 292680"/>
              <a:gd name="textAreaRight" fmla="*/ 29304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0" name="Google Shape;828;p17"/>
          <p:cNvSpPr/>
          <p:nvPr/>
        </p:nvSpPr>
        <p:spPr>
          <a:xfrm>
            <a:off x="5865840" y="105120"/>
            <a:ext cx="215280" cy="214920"/>
          </a:xfrm>
          <a:custGeom>
            <a:avLst/>
            <a:gdLst>
              <a:gd name="textAreaLeft" fmla="*/ 0 w 215280"/>
              <a:gd name="textAreaRight" fmla="*/ 21564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1" name="Google Shape;829;p17"/>
          <p:cNvSpPr/>
          <p:nvPr/>
        </p:nvSpPr>
        <p:spPr>
          <a:xfrm>
            <a:off x="5863680" y="102600"/>
            <a:ext cx="219600" cy="219960"/>
          </a:xfrm>
          <a:custGeom>
            <a:avLst/>
            <a:gdLst>
              <a:gd name="textAreaLeft" fmla="*/ 0 w 219600"/>
              <a:gd name="textAreaRight" fmla="*/ 21996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2" name="Google Shape;830;p17"/>
          <p:cNvSpPr/>
          <p:nvPr/>
        </p:nvSpPr>
        <p:spPr>
          <a:xfrm>
            <a:off x="5905440" y="144720"/>
            <a:ext cx="135720" cy="135720"/>
          </a:xfrm>
          <a:custGeom>
            <a:avLst/>
            <a:gdLst>
              <a:gd name="textAreaLeft" fmla="*/ 0 w 135720"/>
              <a:gd name="textAreaRight" fmla="*/ 13608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040" bIns="68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3" name="Google Shape;831;p17"/>
          <p:cNvSpPr/>
          <p:nvPr/>
        </p:nvSpPr>
        <p:spPr>
          <a:xfrm>
            <a:off x="5903280" y="142560"/>
            <a:ext cx="140760" cy="140400"/>
          </a:xfrm>
          <a:custGeom>
            <a:avLst/>
            <a:gdLst>
              <a:gd name="textAreaLeft" fmla="*/ 0 w 140760"/>
              <a:gd name="textAreaRight" fmla="*/ 14112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0200" bIns="70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74" name="Google Shape;832;p17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275" name="Google Shape;833;p17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6" name="Google Shape;834;p17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7" name="Google Shape;835;p17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78" name="Google Shape;836;p17"/>
          <p:cNvGrpSpPr/>
          <p:nvPr/>
        </p:nvGrpSpPr>
        <p:grpSpPr>
          <a:xfrm>
            <a:off x="8678520" y="1658160"/>
            <a:ext cx="174600" cy="26640"/>
            <a:chOff x="8678520" y="1658160"/>
            <a:chExt cx="174600" cy="26640"/>
          </a:xfrm>
        </p:grpSpPr>
        <p:sp>
          <p:nvSpPr>
            <p:cNvPr id="279" name="Google Shape;837;p17"/>
            <p:cNvSpPr/>
            <p:nvPr/>
          </p:nvSpPr>
          <p:spPr>
            <a:xfrm>
              <a:off x="8678520" y="165816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0" name="Google Shape;838;p17"/>
            <p:cNvSpPr/>
            <p:nvPr/>
          </p:nvSpPr>
          <p:spPr>
            <a:xfrm>
              <a:off x="8752320" y="165816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1" name="Google Shape;839;p17"/>
            <p:cNvSpPr/>
            <p:nvPr/>
          </p:nvSpPr>
          <p:spPr>
            <a:xfrm>
              <a:off x="8826480" y="165816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1271160" y="338400"/>
            <a:ext cx="6610680" cy="548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283" name="Google Shape;843;p18"/>
          <p:cNvCxnSpPr/>
          <p:nvPr/>
        </p:nvCxnSpPr>
        <p:spPr>
          <a:xfrm flipH="1" flipV="1">
            <a:off x="8109000" y="501120"/>
            <a:ext cx="738000" cy="7380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284" name="Google Shape;844;p18"/>
          <p:cNvCxnSpPr/>
          <p:nvPr/>
        </p:nvCxnSpPr>
        <p:spPr>
          <a:xfrm>
            <a:off x="582120" y="281880"/>
            <a:ext cx="1213560" cy="423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285" name="Google Shape;845;p18"/>
          <p:cNvCxnSpPr/>
          <p:nvPr/>
        </p:nvCxnSpPr>
        <p:spPr>
          <a:xfrm flipV="1">
            <a:off x="0" y="273960"/>
            <a:ext cx="582840" cy="6548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286" name="Google Shape;846;p18"/>
          <p:cNvGrpSpPr/>
          <p:nvPr/>
        </p:nvGrpSpPr>
        <p:grpSpPr>
          <a:xfrm>
            <a:off x="423720" y="125280"/>
            <a:ext cx="291600" cy="292320"/>
            <a:chOff x="423720" y="125280"/>
            <a:chExt cx="291600" cy="292320"/>
          </a:xfrm>
        </p:grpSpPr>
        <p:sp>
          <p:nvSpPr>
            <p:cNvPr id="287" name="Google Shape;847;p18"/>
            <p:cNvSpPr/>
            <p:nvPr/>
          </p:nvSpPr>
          <p:spPr>
            <a:xfrm flipH="1">
              <a:off x="428040" y="13032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8" name="Google Shape;848;p18"/>
            <p:cNvSpPr/>
            <p:nvPr/>
          </p:nvSpPr>
          <p:spPr>
            <a:xfrm flipH="1">
              <a:off x="423720" y="12528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9" name="Google Shape;849;p18"/>
            <p:cNvSpPr/>
            <p:nvPr/>
          </p:nvSpPr>
          <p:spPr>
            <a:xfrm flipH="1">
              <a:off x="489960" y="19224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" name="Google Shape;850;p18"/>
            <p:cNvSpPr/>
            <p:nvPr/>
          </p:nvSpPr>
          <p:spPr>
            <a:xfrm flipH="1">
              <a:off x="484920" y="18792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91" name="Google Shape;851;p18"/>
          <p:cNvGrpSpPr/>
          <p:nvPr/>
        </p:nvGrpSpPr>
        <p:grpSpPr>
          <a:xfrm>
            <a:off x="1638360" y="558000"/>
            <a:ext cx="292680" cy="293040"/>
            <a:chOff x="1638360" y="558000"/>
            <a:chExt cx="292680" cy="293040"/>
          </a:xfrm>
        </p:grpSpPr>
        <p:sp>
          <p:nvSpPr>
            <p:cNvPr id="292" name="Google Shape;852;p18"/>
            <p:cNvSpPr/>
            <p:nvPr/>
          </p:nvSpPr>
          <p:spPr>
            <a:xfrm flipH="1">
              <a:off x="1640160" y="56052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3" name="Google Shape;853;p18"/>
            <p:cNvSpPr/>
            <p:nvPr/>
          </p:nvSpPr>
          <p:spPr>
            <a:xfrm flipH="1">
              <a:off x="1638000" y="55800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4" name="Google Shape;854;p18"/>
            <p:cNvSpPr/>
            <p:nvPr/>
          </p:nvSpPr>
          <p:spPr>
            <a:xfrm flipH="1">
              <a:off x="1677600" y="59724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" name="Google Shape;855;p18"/>
            <p:cNvSpPr/>
            <p:nvPr/>
          </p:nvSpPr>
          <p:spPr>
            <a:xfrm flipH="1">
              <a:off x="1675080" y="59472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" name="Google Shape;856;p18"/>
            <p:cNvSpPr/>
            <p:nvPr/>
          </p:nvSpPr>
          <p:spPr>
            <a:xfrm flipH="1">
              <a:off x="1716480" y="63684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" name="Google Shape;857;p18"/>
            <p:cNvSpPr/>
            <p:nvPr/>
          </p:nvSpPr>
          <p:spPr>
            <a:xfrm flipH="1">
              <a:off x="1713960" y="63468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98" name="Google Shape;858;p18"/>
          <p:cNvGrpSpPr/>
          <p:nvPr/>
        </p:nvGrpSpPr>
        <p:grpSpPr>
          <a:xfrm>
            <a:off x="1591920" y="362520"/>
            <a:ext cx="174600" cy="26640"/>
            <a:chOff x="1591920" y="362520"/>
            <a:chExt cx="174600" cy="26640"/>
          </a:xfrm>
        </p:grpSpPr>
        <p:sp>
          <p:nvSpPr>
            <p:cNvPr id="299" name="Google Shape;859;p18"/>
            <p:cNvSpPr/>
            <p:nvPr/>
          </p:nvSpPr>
          <p:spPr>
            <a:xfrm>
              <a:off x="1591920" y="36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0" name="Google Shape;860;p18"/>
            <p:cNvSpPr/>
            <p:nvPr/>
          </p:nvSpPr>
          <p:spPr>
            <a:xfrm>
              <a:off x="1665720" y="36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1" name="Google Shape;861;p18"/>
            <p:cNvSpPr/>
            <p:nvPr/>
          </p:nvSpPr>
          <p:spPr>
            <a:xfrm>
              <a:off x="1739880" y="36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302" name="Google Shape;862;p18"/>
          <p:cNvCxnSpPr/>
          <p:nvPr/>
        </p:nvCxnSpPr>
        <p:spPr>
          <a:xfrm flipH="1">
            <a:off x="8151120" y="6840"/>
            <a:ext cx="1002960" cy="4946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303" name="Google Shape;863;p18"/>
          <p:cNvGrpSpPr/>
          <p:nvPr/>
        </p:nvGrpSpPr>
        <p:grpSpPr>
          <a:xfrm>
            <a:off x="7823880" y="202320"/>
            <a:ext cx="581400" cy="582120"/>
            <a:chOff x="7823880" y="202320"/>
            <a:chExt cx="581400" cy="582120"/>
          </a:xfrm>
        </p:grpSpPr>
        <p:sp>
          <p:nvSpPr>
            <p:cNvPr id="304" name="Google Shape;864;p18"/>
            <p:cNvSpPr/>
            <p:nvPr/>
          </p:nvSpPr>
          <p:spPr>
            <a:xfrm>
              <a:off x="7828200" y="20736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5" name="Google Shape;865;p18"/>
            <p:cNvSpPr/>
            <p:nvPr/>
          </p:nvSpPr>
          <p:spPr>
            <a:xfrm>
              <a:off x="7823880" y="20232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6" name="Google Shape;866;p18"/>
            <p:cNvSpPr/>
            <p:nvPr/>
          </p:nvSpPr>
          <p:spPr>
            <a:xfrm>
              <a:off x="7900920" y="27972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7" name="Google Shape;867;p18"/>
            <p:cNvSpPr/>
            <p:nvPr/>
          </p:nvSpPr>
          <p:spPr>
            <a:xfrm>
              <a:off x="7896240" y="2746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8" name="Google Shape;868;p18"/>
            <p:cNvSpPr/>
            <p:nvPr/>
          </p:nvSpPr>
          <p:spPr>
            <a:xfrm>
              <a:off x="7979400" y="3585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9" name="Google Shape;869;p18"/>
            <p:cNvSpPr/>
            <p:nvPr/>
          </p:nvSpPr>
          <p:spPr>
            <a:xfrm>
              <a:off x="7975080" y="35388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10" name="Google Shape;870;p18"/>
          <p:cNvGrpSpPr/>
          <p:nvPr/>
        </p:nvGrpSpPr>
        <p:grpSpPr>
          <a:xfrm>
            <a:off x="8698680" y="1117440"/>
            <a:ext cx="291600" cy="292320"/>
            <a:chOff x="8698680" y="1117440"/>
            <a:chExt cx="291600" cy="292320"/>
          </a:xfrm>
        </p:grpSpPr>
        <p:sp>
          <p:nvSpPr>
            <p:cNvPr id="311" name="Google Shape;871;p18"/>
            <p:cNvSpPr/>
            <p:nvPr/>
          </p:nvSpPr>
          <p:spPr>
            <a:xfrm flipH="1">
              <a:off x="8703000" y="112248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2" name="Google Shape;872;p18"/>
            <p:cNvSpPr/>
            <p:nvPr/>
          </p:nvSpPr>
          <p:spPr>
            <a:xfrm flipH="1">
              <a:off x="8698680" y="111744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3" name="Google Shape;873;p18"/>
            <p:cNvSpPr/>
            <p:nvPr/>
          </p:nvSpPr>
          <p:spPr>
            <a:xfrm flipH="1">
              <a:off x="8764920" y="118440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" name="Google Shape;874;p18"/>
            <p:cNvSpPr/>
            <p:nvPr/>
          </p:nvSpPr>
          <p:spPr>
            <a:xfrm flipH="1">
              <a:off x="8759880" y="117972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15" name="Google Shape;875;p18"/>
          <p:cNvGrpSpPr/>
          <p:nvPr/>
        </p:nvGrpSpPr>
        <p:grpSpPr>
          <a:xfrm>
            <a:off x="8678520" y="1581840"/>
            <a:ext cx="174600" cy="26640"/>
            <a:chOff x="8678520" y="1581840"/>
            <a:chExt cx="174600" cy="26640"/>
          </a:xfrm>
        </p:grpSpPr>
        <p:sp>
          <p:nvSpPr>
            <p:cNvPr id="316" name="Google Shape;876;p18"/>
            <p:cNvSpPr/>
            <p:nvPr/>
          </p:nvSpPr>
          <p:spPr>
            <a:xfrm>
              <a:off x="8678520" y="15818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" name="Google Shape;877;p18"/>
            <p:cNvSpPr/>
            <p:nvPr/>
          </p:nvSpPr>
          <p:spPr>
            <a:xfrm>
              <a:off x="8752320" y="15818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8" name="Google Shape;878;p18"/>
            <p:cNvSpPr/>
            <p:nvPr/>
          </p:nvSpPr>
          <p:spPr>
            <a:xfrm>
              <a:off x="8826480" y="15818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319" name="Google Shape;879;p18"/>
          <p:cNvCxnSpPr/>
          <p:nvPr/>
        </p:nvCxnSpPr>
        <p:spPr>
          <a:xfrm flipH="1">
            <a:off x="5101560" y="4512960"/>
            <a:ext cx="1133280" cy="30672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320" name="Google Shape;880;p18"/>
          <p:cNvCxnSpPr/>
          <p:nvPr/>
        </p:nvCxnSpPr>
        <p:spPr>
          <a:xfrm flipH="1" flipV="1">
            <a:off x="6234480" y="4492080"/>
            <a:ext cx="1342800" cy="31572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321" name="Google Shape;881;p18"/>
          <p:cNvCxnSpPr/>
          <p:nvPr/>
        </p:nvCxnSpPr>
        <p:spPr>
          <a:xfrm flipH="1">
            <a:off x="7547400" y="4407840"/>
            <a:ext cx="1332360" cy="39240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322" name="Google Shape;882;p18"/>
          <p:cNvCxnSpPr/>
          <p:nvPr/>
        </p:nvCxnSpPr>
        <p:spPr>
          <a:xfrm flipH="1">
            <a:off x="8871840" y="3993480"/>
            <a:ext cx="274320" cy="40752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323" name="Google Shape;883;p18"/>
          <p:cNvGrpSpPr/>
          <p:nvPr/>
        </p:nvGrpSpPr>
        <p:grpSpPr>
          <a:xfrm>
            <a:off x="7278840" y="4512960"/>
            <a:ext cx="581400" cy="582120"/>
            <a:chOff x="7278840" y="4512960"/>
            <a:chExt cx="581400" cy="582120"/>
          </a:xfrm>
        </p:grpSpPr>
        <p:sp>
          <p:nvSpPr>
            <p:cNvPr id="324" name="Google Shape;884;p18"/>
            <p:cNvSpPr/>
            <p:nvPr/>
          </p:nvSpPr>
          <p:spPr>
            <a:xfrm>
              <a:off x="7283520" y="451800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5" name="Google Shape;885;p18"/>
            <p:cNvSpPr/>
            <p:nvPr/>
          </p:nvSpPr>
          <p:spPr>
            <a:xfrm>
              <a:off x="7278840" y="451296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" name="Google Shape;886;p18"/>
            <p:cNvSpPr/>
            <p:nvPr/>
          </p:nvSpPr>
          <p:spPr>
            <a:xfrm>
              <a:off x="7355880" y="459072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" name="Google Shape;887;p18"/>
            <p:cNvSpPr/>
            <p:nvPr/>
          </p:nvSpPr>
          <p:spPr>
            <a:xfrm>
              <a:off x="7351560" y="45856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8" name="Google Shape;888;p18"/>
            <p:cNvSpPr/>
            <p:nvPr/>
          </p:nvSpPr>
          <p:spPr>
            <a:xfrm>
              <a:off x="7434360" y="466920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" name="Google Shape;889;p18"/>
            <p:cNvSpPr/>
            <p:nvPr/>
          </p:nvSpPr>
          <p:spPr>
            <a:xfrm>
              <a:off x="7430040" y="466452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30" name="Google Shape;890;p18"/>
          <p:cNvGrpSpPr/>
          <p:nvPr/>
        </p:nvGrpSpPr>
        <p:grpSpPr>
          <a:xfrm>
            <a:off x="6099480" y="4340520"/>
            <a:ext cx="291600" cy="292320"/>
            <a:chOff x="6099480" y="4340520"/>
            <a:chExt cx="291600" cy="292320"/>
          </a:xfrm>
        </p:grpSpPr>
        <p:sp>
          <p:nvSpPr>
            <p:cNvPr id="331" name="Google Shape;891;p18"/>
            <p:cNvSpPr/>
            <p:nvPr/>
          </p:nvSpPr>
          <p:spPr>
            <a:xfrm>
              <a:off x="6104520" y="434556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2" name="Google Shape;892;p18"/>
            <p:cNvSpPr/>
            <p:nvPr/>
          </p:nvSpPr>
          <p:spPr>
            <a:xfrm>
              <a:off x="6099480" y="434052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3" name="Google Shape;893;p18"/>
            <p:cNvSpPr/>
            <p:nvPr/>
          </p:nvSpPr>
          <p:spPr>
            <a:xfrm>
              <a:off x="6166440" y="440748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4" name="Google Shape;894;p18"/>
            <p:cNvSpPr/>
            <p:nvPr/>
          </p:nvSpPr>
          <p:spPr>
            <a:xfrm>
              <a:off x="6161760" y="440280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35" name="Google Shape;895;p18"/>
          <p:cNvGrpSpPr/>
          <p:nvPr/>
        </p:nvGrpSpPr>
        <p:grpSpPr>
          <a:xfrm>
            <a:off x="8792640" y="4314960"/>
            <a:ext cx="174600" cy="174600"/>
            <a:chOff x="8792640" y="4314960"/>
            <a:chExt cx="174600" cy="174600"/>
          </a:xfrm>
        </p:grpSpPr>
        <p:sp>
          <p:nvSpPr>
            <p:cNvPr id="336" name="Google Shape;896;p18"/>
            <p:cNvSpPr/>
            <p:nvPr/>
          </p:nvSpPr>
          <p:spPr>
            <a:xfrm>
              <a:off x="8797320" y="432000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7" name="Google Shape;897;p18"/>
            <p:cNvSpPr/>
            <p:nvPr/>
          </p:nvSpPr>
          <p:spPr>
            <a:xfrm>
              <a:off x="8792640" y="431496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8" name="Google Shape;898;p18"/>
            <p:cNvSpPr/>
            <p:nvPr/>
          </p:nvSpPr>
          <p:spPr>
            <a:xfrm>
              <a:off x="8834040" y="435636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9" name="Google Shape;899;p18"/>
            <p:cNvSpPr/>
            <p:nvPr/>
          </p:nvSpPr>
          <p:spPr>
            <a:xfrm>
              <a:off x="8829000" y="435168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40" name="Google Shape;900;p18"/>
          <p:cNvGrpSpPr/>
          <p:nvPr/>
        </p:nvGrpSpPr>
        <p:grpSpPr>
          <a:xfrm>
            <a:off x="4972680" y="4657680"/>
            <a:ext cx="292680" cy="293040"/>
            <a:chOff x="4972680" y="4657680"/>
            <a:chExt cx="292680" cy="293040"/>
          </a:xfrm>
        </p:grpSpPr>
        <p:sp>
          <p:nvSpPr>
            <p:cNvPr id="341" name="Google Shape;901;p18"/>
            <p:cNvSpPr/>
            <p:nvPr/>
          </p:nvSpPr>
          <p:spPr>
            <a:xfrm>
              <a:off x="4975200" y="4660200"/>
              <a:ext cx="288360" cy="288000"/>
            </a:xfrm>
            <a:custGeom>
              <a:avLst/>
              <a:gdLst>
                <a:gd name="textAreaLeft" fmla="*/ 0 w 288360"/>
                <a:gd name="textAreaRight" fmla="*/ 28872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2" name="Google Shape;902;p18"/>
            <p:cNvSpPr/>
            <p:nvPr/>
          </p:nvSpPr>
          <p:spPr>
            <a:xfrm>
              <a:off x="4972680" y="4657680"/>
              <a:ext cx="292680" cy="293040"/>
            </a:xfrm>
            <a:custGeom>
              <a:avLst/>
              <a:gdLst>
                <a:gd name="textAreaLeft" fmla="*/ 0 w 292680"/>
                <a:gd name="textAreaRight" fmla="*/ 29304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3" name="Google Shape;903;p18"/>
            <p:cNvSpPr/>
            <p:nvPr/>
          </p:nvSpPr>
          <p:spPr>
            <a:xfrm>
              <a:off x="5011560" y="4696560"/>
              <a:ext cx="215280" cy="214920"/>
            </a:xfrm>
            <a:custGeom>
              <a:avLst/>
              <a:gdLst>
                <a:gd name="textAreaLeft" fmla="*/ 0 w 215280"/>
                <a:gd name="textAreaRight" fmla="*/ 21564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4" name="Google Shape;904;p18"/>
            <p:cNvSpPr/>
            <p:nvPr/>
          </p:nvSpPr>
          <p:spPr>
            <a:xfrm>
              <a:off x="5009400" y="4694040"/>
              <a:ext cx="219600" cy="219960"/>
            </a:xfrm>
            <a:custGeom>
              <a:avLst/>
              <a:gdLst>
                <a:gd name="textAreaLeft" fmla="*/ 0 w 219600"/>
                <a:gd name="textAreaRight" fmla="*/ 21996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5" name="Google Shape;905;p18"/>
            <p:cNvSpPr/>
            <p:nvPr/>
          </p:nvSpPr>
          <p:spPr>
            <a:xfrm>
              <a:off x="5051160" y="4736160"/>
              <a:ext cx="135720" cy="135720"/>
            </a:xfrm>
            <a:custGeom>
              <a:avLst/>
              <a:gdLst>
                <a:gd name="textAreaLeft" fmla="*/ 0 w 135720"/>
                <a:gd name="textAreaRight" fmla="*/ 13608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6" name="Google Shape;906;p18"/>
            <p:cNvSpPr/>
            <p:nvPr/>
          </p:nvSpPr>
          <p:spPr>
            <a:xfrm>
              <a:off x="5049000" y="4734000"/>
              <a:ext cx="140760" cy="140400"/>
            </a:xfrm>
            <a:custGeom>
              <a:avLst/>
              <a:gdLst>
                <a:gd name="textAreaLeft" fmla="*/ 0 w 140760"/>
                <a:gd name="textAreaRight" fmla="*/ 14112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47" name="Google Shape;907;p18"/>
          <p:cNvGrpSpPr/>
          <p:nvPr/>
        </p:nvGrpSpPr>
        <p:grpSpPr>
          <a:xfrm>
            <a:off x="8721720" y="4142520"/>
            <a:ext cx="174600" cy="26640"/>
            <a:chOff x="8721720" y="4142520"/>
            <a:chExt cx="174600" cy="26640"/>
          </a:xfrm>
        </p:grpSpPr>
        <p:sp>
          <p:nvSpPr>
            <p:cNvPr id="348" name="Google Shape;908;p18"/>
            <p:cNvSpPr/>
            <p:nvPr/>
          </p:nvSpPr>
          <p:spPr>
            <a:xfrm>
              <a:off x="8721720" y="414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9" name="Google Shape;909;p18"/>
            <p:cNvSpPr/>
            <p:nvPr/>
          </p:nvSpPr>
          <p:spPr>
            <a:xfrm>
              <a:off x="8795880" y="414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0" name="Google Shape;910;p18"/>
            <p:cNvSpPr/>
            <p:nvPr/>
          </p:nvSpPr>
          <p:spPr>
            <a:xfrm>
              <a:off x="8869680" y="414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7" name="Google Shape;44;p3"/>
          <p:cNvGrpSpPr/>
          <p:nvPr/>
        </p:nvGrpSpPr>
        <p:grpSpPr>
          <a:xfrm>
            <a:off x="2132640" y="713160"/>
            <a:ext cx="4878360" cy="3716640"/>
            <a:chOff x="2132640" y="713160"/>
            <a:chExt cx="4878360" cy="3716640"/>
          </a:xfrm>
        </p:grpSpPr>
        <p:sp>
          <p:nvSpPr>
            <p:cNvPr id="498" name="Google Shape;45;p3"/>
            <p:cNvSpPr/>
            <p:nvPr/>
          </p:nvSpPr>
          <p:spPr>
            <a:xfrm>
              <a:off x="2132640" y="713520"/>
              <a:ext cx="4878360" cy="3715920"/>
            </a:xfrm>
            <a:custGeom>
              <a:avLst/>
              <a:gdLst>
                <a:gd name="textAreaLeft" fmla="*/ 0 w 4878360"/>
                <a:gd name="textAreaRight" fmla="*/ 4878720 w 4878360"/>
                <a:gd name="textAreaTop" fmla="*/ 0 h 3715920"/>
                <a:gd name="textAreaBottom" fmla="*/ 3716280 h 3715920"/>
              </a:gdLst>
              <a:ahLst/>
              <a:cxnLst/>
              <a:rect l="textAreaLeft" t="textAreaTop" r="textAreaRight" b="textAreaBottom"/>
              <a:pathLst>
                <a:path w="272401" h="207444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9" name="Google Shape;46;p3"/>
            <p:cNvSpPr/>
            <p:nvPr/>
          </p:nvSpPr>
          <p:spPr>
            <a:xfrm>
              <a:off x="2198880" y="713160"/>
              <a:ext cx="4710240" cy="3716640"/>
            </a:xfrm>
            <a:custGeom>
              <a:avLst/>
              <a:gdLst>
                <a:gd name="textAreaLeft" fmla="*/ 0 w 4710240"/>
                <a:gd name="textAreaRight" fmla="*/ 4710600 w 4710240"/>
                <a:gd name="textAreaTop" fmla="*/ 0 h 3716640"/>
                <a:gd name="textAreaBottom" fmla="*/ 3717000 h 3716640"/>
              </a:gdLst>
              <a:ahLst/>
              <a:cxnLst/>
              <a:rect l="textAreaLeft" t="textAreaTop" r="textAreaRight" b="textAreaBottom"/>
              <a:pathLst>
                <a:path w="263009" h="20748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00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01" name="PlaceHolder 2"/>
          <p:cNvSpPr>
            <a:spLocks noGrp="1"/>
          </p:cNvSpPr>
          <p:nvPr>
            <p:ph type="title"/>
          </p:nvPr>
        </p:nvSpPr>
        <p:spPr>
          <a:xfrm>
            <a:off x="2971800" y="1161360"/>
            <a:ext cx="2967120" cy="1069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9600" b="0" u="none" strike="noStrik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lang="fr-FR" sz="9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502" name="Google Shape;50;p3"/>
          <p:cNvGrpSpPr/>
          <p:nvPr/>
        </p:nvGrpSpPr>
        <p:grpSpPr>
          <a:xfrm>
            <a:off x="432720" y="0"/>
            <a:ext cx="8278200" cy="5165640"/>
            <a:chOff x="432720" y="0"/>
            <a:chExt cx="8278200" cy="5165640"/>
          </a:xfrm>
        </p:grpSpPr>
        <p:cxnSp>
          <p:nvCxnSpPr>
            <p:cNvPr id="503" name="Google Shape;51;p3"/>
            <p:cNvCxnSpPr/>
            <p:nvPr/>
          </p:nvCxnSpPr>
          <p:spPr>
            <a:xfrm flipV="1">
              <a:off x="8420040" y="266400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504" name="Google Shape;52;p3"/>
            <p:cNvGrpSpPr/>
            <p:nvPr/>
          </p:nvGrpSpPr>
          <p:grpSpPr>
            <a:xfrm>
              <a:off x="8129520" y="4292280"/>
              <a:ext cx="581400" cy="582120"/>
              <a:chOff x="8129520" y="4292280"/>
              <a:chExt cx="581400" cy="582120"/>
            </a:xfrm>
          </p:grpSpPr>
          <p:sp>
            <p:nvSpPr>
              <p:cNvPr id="505" name="Google Shape;53;p3"/>
              <p:cNvSpPr/>
              <p:nvPr/>
            </p:nvSpPr>
            <p:spPr>
              <a:xfrm>
                <a:off x="8133840" y="429732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6" name="Google Shape;54;p3"/>
              <p:cNvSpPr/>
              <p:nvPr/>
            </p:nvSpPr>
            <p:spPr>
              <a:xfrm>
                <a:off x="8129520" y="429228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7" name="Google Shape;55;p3"/>
              <p:cNvSpPr/>
              <p:nvPr/>
            </p:nvSpPr>
            <p:spPr>
              <a:xfrm>
                <a:off x="8206200" y="436968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8" name="Google Shape;56;p3"/>
              <p:cNvSpPr/>
              <p:nvPr/>
            </p:nvSpPr>
            <p:spPr>
              <a:xfrm>
                <a:off x="8201880" y="436464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9" name="Google Shape;57;p3"/>
              <p:cNvSpPr/>
              <p:nvPr/>
            </p:nvSpPr>
            <p:spPr>
              <a:xfrm>
                <a:off x="8284680" y="44481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0" name="Google Shape;58;p3"/>
              <p:cNvSpPr/>
              <p:nvPr/>
            </p:nvSpPr>
            <p:spPr>
              <a:xfrm>
                <a:off x="8280360" y="444384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11" name="Google Shape;59;p3"/>
            <p:cNvGrpSpPr/>
            <p:nvPr/>
          </p:nvGrpSpPr>
          <p:grpSpPr>
            <a:xfrm>
              <a:off x="8274240" y="3720600"/>
              <a:ext cx="291600" cy="292320"/>
              <a:chOff x="8274240" y="3720600"/>
              <a:chExt cx="291600" cy="292320"/>
            </a:xfrm>
          </p:grpSpPr>
          <p:sp>
            <p:nvSpPr>
              <p:cNvPr id="512" name="Google Shape;60;p3"/>
              <p:cNvSpPr/>
              <p:nvPr/>
            </p:nvSpPr>
            <p:spPr>
              <a:xfrm>
                <a:off x="8279280" y="372564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3" name="Google Shape;61;p3"/>
              <p:cNvSpPr/>
              <p:nvPr/>
            </p:nvSpPr>
            <p:spPr>
              <a:xfrm>
                <a:off x="8274240" y="372060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4" name="Google Shape;62;p3"/>
              <p:cNvSpPr/>
              <p:nvPr/>
            </p:nvSpPr>
            <p:spPr>
              <a:xfrm>
                <a:off x="8341200" y="37875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5" name="Google Shape;63;p3"/>
              <p:cNvSpPr/>
              <p:nvPr/>
            </p:nvSpPr>
            <p:spPr>
              <a:xfrm>
                <a:off x="8336520" y="37828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16" name="Google Shape;64;p3"/>
            <p:cNvGrpSpPr/>
            <p:nvPr/>
          </p:nvGrpSpPr>
          <p:grpSpPr>
            <a:xfrm>
              <a:off x="8332920" y="3212640"/>
              <a:ext cx="174600" cy="174600"/>
              <a:chOff x="8332920" y="3212640"/>
              <a:chExt cx="174600" cy="174600"/>
            </a:xfrm>
          </p:grpSpPr>
          <p:sp>
            <p:nvSpPr>
              <p:cNvPr id="517" name="Google Shape;65;p3"/>
              <p:cNvSpPr/>
              <p:nvPr/>
            </p:nvSpPr>
            <p:spPr>
              <a:xfrm>
                <a:off x="8337240" y="321768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8" name="Google Shape;66;p3"/>
              <p:cNvSpPr/>
              <p:nvPr/>
            </p:nvSpPr>
            <p:spPr>
              <a:xfrm>
                <a:off x="8332920" y="321264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9" name="Google Shape;67;p3"/>
              <p:cNvSpPr/>
              <p:nvPr/>
            </p:nvSpPr>
            <p:spPr>
              <a:xfrm>
                <a:off x="8373960" y="325368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0" name="Google Shape;68;p3"/>
              <p:cNvSpPr/>
              <p:nvPr/>
            </p:nvSpPr>
            <p:spPr>
              <a:xfrm>
                <a:off x="8368920" y="324936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521" name="Google Shape;69;p3"/>
            <p:cNvCxnSpPr/>
            <p:nvPr/>
          </p:nvCxnSpPr>
          <p:spPr>
            <a:xfrm>
              <a:off x="723600" y="36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522" name="Google Shape;70;p3"/>
            <p:cNvGrpSpPr/>
            <p:nvPr/>
          </p:nvGrpSpPr>
          <p:grpSpPr>
            <a:xfrm>
              <a:off x="433080" y="291960"/>
              <a:ext cx="581400" cy="582120"/>
              <a:chOff x="433080" y="291960"/>
              <a:chExt cx="581400" cy="582120"/>
            </a:xfrm>
          </p:grpSpPr>
          <p:sp>
            <p:nvSpPr>
              <p:cNvPr id="523" name="Google Shape;71;p3"/>
              <p:cNvSpPr/>
              <p:nvPr/>
            </p:nvSpPr>
            <p:spPr>
              <a:xfrm rot="10800000">
                <a:off x="437760" y="29700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4" name="Google Shape;72;p3"/>
              <p:cNvSpPr/>
              <p:nvPr/>
            </p:nvSpPr>
            <p:spPr>
              <a:xfrm rot="10800000">
                <a:off x="433080" y="29196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5" name="Google Shape;73;p3"/>
              <p:cNvSpPr/>
              <p:nvPr/>
            </p:nvSpPr>
            <p:spPr>
              <a:xfrm rot="10800000">
                <a:off x="510120" y="36972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6" name="Google Shape;74;p3"/>
              <p:cNvSpPr/>
              <p:nvPr/>
            </p:nvSpPr>
            <p:spPr>
              <a:xfrm rot="10800000">
                <a:off x="505440" y="36468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7" name="Google Shape;75;p3"/>
              <p:cNvSpPr/>
              <p:nvPr/>
            </p:nvSpPr>
            <p:spPr>
              <a:xfrm rot="10800000">
                <a:off x="589320" y="4482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8" name="Google Shape;76;p3"/>
              <p:cNvSpPr/>
              <p:nvPr/>
            </p:nvSpPr>
            <p:spPr>
              <a:xfrm rot="10800000">
                <a:off x="584280" y="44352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29" name="Google Shape;77;p3"/>
            <p:cNvGrpSpPr/>
            <p:nvPr/>
          </p:nvGrpSpPr>
          <p:grpSpPr>
            <a:xfrm>
              <a:off x="578160" y="1153440"/>
              <a:ext cx="291600" cy="292320"/>
              <a:chOff x="578160" y="1153440"/>
              <a:chExt cx="291600" cy="292320"/>
            </a:xfrm>
          </p:grpSpPr>
          <p:sp>
            <p:nvSpPr>
              <p:cNvPr id="530" name="Google Shape;78;p3"/>
              <p:cNvSpPr/>
              <p:nvPr/>
            </p:nvSpPr>
            <p:spPr>
              <a:xfrm rot="10800000">
                <a:off x="582480" y="115848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1" name="Google Shape;79;p3"/>
              <p:cNvSpPr/>
              <p:nvPr/>
            </p:nvSpPr>
            <p:spPr>
              <a:xfrm rot="10800000">
                <a:off x="578160" y="115344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2" name="Google Shape;80;p3"/>
              <p:cNvSpPr/>
              <p:nvPr/>
            </p:nvSpPr>
            <p:spPr>
              <a:xfrm rot="10800000">
                <a:off x="644760" y="12207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3" name="Google Shape;81;p3"/>
              <p:cNvSpPr/>
              <p:nvPr/>
            </p:nvSpPr>
            <p:spPr>
              <a:xfrm rot="10800000">
                <a:off x="640080" y="12160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34" name="Google Shape;82;p3"/>
            <p:cNvGrpSpPr/>
            <p:nvPr/>
          </p:nvGrpSpPr>
          <p:grpSpPr>
            <a:xfrm>
              <a:off x="636480" y="1779120"/>
              <a:ext cx="174600" cy="174600"/>
              <a:chOff x="636480" y="1779120"/>
              <a:chExt cx="174600" cy="174600"/>
            </a:xfrm>
          </p:grpSpPr>
          <p:sp>
            <p:nvSpPr>
              <p:cNvPr id="535" name="Google Shape;83;p3"/>
              <p:cNvSpPr/>
              <p:nvPr/>
            </p:nvSpPr>
            <p:spPr>
              <a:xfrm rot="10800000">
                <a:off x="641160" y="178344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6" name="Google Shape;84;p3"/>
              <p:cNvSpPr/>
              <p:nvPr/>
            </p:nvSpPr>
            <p:spPr>
              <a:xfrm rot="10800000">
                <a:off x="636480" y="177912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7" name="Google Shape;85;p3"/>
              <p:cNvSpPr/>
              <p:nvPr/>
            </p:nvSpPr>
            <p:spPr>
              <a:xfrm rot="10800000">
                <a:off x="677880" y="181980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8" name="Google Shape;86;p3"/>
              <p:cNvSpPr/>
              <p:nvPr/>
            </p:nvSpPr>
            <p:spPr>
              <a:xfrm rot="10800000">
                <a:off x="672840" y="181548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39" name="Google Shape;87;p3"/>
            <p:cNvGrpSpPr/>
            <p:nvPr/>
          </p:nvGrpSpPr>
          <p:grpSpPr>
            <a:xfrm>
              <a:off x="432720" y="2003040"/>
              <a:ext cx="174960" cy="26640"/>
              <a:chOff x="432720" y="2003040"/>
              <a:chExt cx="174960" cy="26640"/>
            </a:xfrm>
          </p:grpSpPr>
          <p:sp>
            <p:nvSpPr>
              <p:cNvPr id="540" name="Google Shape;88;p3"/>
              <p:cNvSpPr/>
              <p:nvPr/>
            </p:nvSpPr>
            <p:spPr>
              <a:xfrm>
                <a:off x="43272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1" name="Google Shape;89;p3"/>
              <p:cNvSpPr/>
              <p:nvPr/>
            </p:nvSpPr>
            <p:spPr>
              <a:xfrm>
                <a:off x="50688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2" name="Google Shape;90;p3"/>
              <p:cNvSpPr/>
              <p:nvPr/>
            </p:nvSpPr>
            <p:spPr>
              <a:xfrm>
                <a:off x="58104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43" name="Google Shape;91;p3"/>
            <p:cNvGrpSpPr/>
            <p:nvPr/>
          </p:nvGrpSpPr>
          <p:grpSpPr>
            <a:xfrm>
              <a:off x="788040" y="208440"/>
              <a:ext cx="174600" cy="26640"/>
              <a:chOff x="788040" y="208440"/>
              <a:chExt cx="174600" cy="26640"/>
            </a:xfrm>
          </p:grpSpPr>
          <p:sp>
            <p:nvSpPr>
              <p:cNvPr id="544" name="Google Shape;92;p3"/>
              <p:cNvSpPr/>
              <p:nvPr/>
            </p:nvSpPr>
            <p:spPr>
              <a:xfrm>
                <a:off x="78804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5" name="Google Shape;93;p3"/>
              <p:cNvSpPr/>
              <p:nvPr/>
            </p:nvSpPr>
            <p:spPr>
              <a:xfrm>
                <a:off x="8622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6" name="Google Shape;94;p3"/>
              <p:cNvSpPr/>
              <p:nvPr/>
            </p:nvSpPr>
            <p:spPr>
              <a:xfrm>
                <a:off x="9360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47" name="Google Shape;95;p3"/>
            <p:cNvGrpSpPr/>
            <p:nvPr/>
          </p:nvGrpSpPr>
          <p:grpSpPr>
            <a:xfrm>
              <a:off x="8129520" y="4988880"/>
              <a:ext cx="174600" cy="26640"/>
              <a:chOff x="8129520" y="4988880"/>
              <a:chExt cx="174600" cy="26640"/>
            </a:xfrm>
          </p:grpSpPr>
          <p:sp>
            <p:nvSpPr>
              <p:cNvPr id="548" name="Google Shape;96;p3"/>
              <p:cNvSpPr/>
              <p:nvPr/>
            </p:nvSpPr>
            <p:spPr>
              <a:xfrm>
                <a:off x="81295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9" name="Google Shape;97;p3"/>
              <p:cNvSpPr/>
              <p:nvPr/>
            </p:nvSpPr>
            <p:spPr>
              <a:xfrm>
                <a:off x="82033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0" name="Google Shape;98;p3"/>
              <p:cNvSpPr/>
              <p:nvPr/>
            </p:nvSpPr>
            <p:spPr>
              <a:xfrm>
                <a:off x="827748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51" name="Google Shape;99;p3"/>
            <p:cNvGrpSpPr/>
            <p:nvPr/>
          </p:nvGrpSpPr>
          <p:grpSpPr>
            <a:xfrm>
              <a:off x="8497440" y="3429360"/>
              <a:ext cx="174600" cy="26640"/>
              <a:chOff x="8497440" y="3429360"/>
              <a:chExt cx="174600" cy="26640"/>
            </a:xfrm>
          </p:grpSpPr>
          <p:sp>
            <p:nvSpPr>
              <p:cNvPr id="552" name="Google Shape;100;p3"/>
              <p:cNvSpPr/>
              <p:nvPr/>
            </p:nvSpPr>
            <p:spPr>
              <a:xfrm>
                <a:off x="849744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3" name="Google Shape;101;p3"/>
              <p:cNvSpPr/>
              <p:nvPr/>
            </p:nvSpPr>
            <p:spPr>
              <a:xfrm>
                <a:off x="85716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4" name="Google Shape;102;p3"/>
              <p:cNvSpPr/>
              <p:nvPr/>
            </p:nvSpPr>
            <p:spPr>
              <a:xfrm>
                <a:off x="86454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555" name="Google Shape;103;p3"/>
            <p:cNvCxnSpPr/>
            <p:nvPr/>
          </p:nvCxnSpPr>
          <p:spPr>
            <a:xfrm>
              <a:off x="8407080" y="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556" name="Google Shape;104;p3"/>
            <p:cNvCxnSpPr/>
            <p:nvPr/>
          </p:nvCxnSpPr>
          <p:spPr>
            <a:xfrm>
              <a:off x="717840" y="298548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sp>
          <p:nvSpPr>
            <p:cNvPr id="557" name="Google Shape;105;p3"/>
            <p:cNvSpPr/>
            <p:nvPr/>
          </p:nvSpPr>
          <p:spPr>
            <a:xfrm>
              <a:off x="671760" y="458784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8" name="Google Shape;106;p3"/>
            <p:cNvSpPr/>
            <p:nvPr/>
          </p:nvSpPr>
          <p:spPr>
            <a:xfrm>
              <a:off x="671760" y="394020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9" name="Google Shape;107;p3"/>
            <p:cNvSpPr/>
            <p:nvPr/>
          </p:nvSpPr>
          <p:spPr>
            <a:xfrm>
              <a:off x="8361000" y="145368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0" name="Google Shape;108;p3"/>
            <p:cNvSpPr/>
            <p:nvPr/>
          </p:nvSpPr>
          <p:spPr>
            <a:xfrm>
              <a:off x="8361000" y="23472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/>
          </p:cNvSpPr>
          <p:nvPr>
            <p:ph type="title"/>
          </p:nvPr>
        </p:nvSpPr>
        <p:spPr>
          <a:xfrm>
            <a:off x="2962800" y="338400"/>
            <a:ext cx="3218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562" name="Google Shape;1064;p21"/>
          <p:cNvGrpSpPr/>
          <p:nvPr/>
        </p:nvGrpSpPr>
        <p:grpSpPr>
          <a:xfrm>
            <a:off x="262080" y="-1080"/>
            <a:ext cx="8550000" cy="3981240"/>
            <a:chOff x="262080" y="-1080"/>
            <a:chExt cx="8550000" cy="3981240"/>
          </a:xfrm>
        </p:grpSpPr>
        <p:cxnSp>
          <p:nvCxnSpPr>
            <p:cNvPr id="563" name="Google Shape;1065;p21"/>
            <p:cNvCxnSpPr/>
            <p:nvPr/>
          </p:nvCxnSpPr>
          <p:spPr>
            <a:xfrm>
              <a:off x="515880" y="-1080"/>
              <a:ext cx="360" cy="3981600"/>
            </a:xfrm>
            <a:prstGeom prst="straightConnector1">
              <a:avLst/>
            </a:prstGeom>
            <a:ln w="9525">
              <a:solidFill>
                <a:srgbClr val="494949"/>
              </a:solidFill>
              <a:round/>
            </a:ln>
          </p:spPr>
        </p:cxnSp>
        <p:cxnSp>
          <p:nvCxnSpPr>
            <p:cNvPr id="564" name="Google Shape;1066;p21"/>
            <p:cNvCxnSpPr/>
            <p:nvPr/>
          </p:nvCxnSpPr>
          <p:spPr>
            <a:xfrm>
              <a:off x="8665920" y="-1080"/>
              <a:ext cx="360" cy="1902240"/>
            </a:xfrm>
            <a:prstGeom prst="straightConnector1">
              <a:avLst/>
            </a:prstGeom>
            <a:ln w="9525">
              <a:solidFill>
                <a:srgbClr val="494949"/>
              </a:solidFill>
              <a:round/>
            </a:ln>
          </p:spPr>
        </p:cxnSp>
        <p:grpSp>
          <p:nvGrpSpPr>
            <p:cNvPr id="565" name="Google Shape;1067;p21"/>
            <p:cNvGrpSpPr/>
            <p:nvPr/>
          </p:nvGrpSpPr>
          <p:grpSpPr>
            <a:xfrm>
              <a:off x="343440" y="3301200"/>
              <a:ext cx="344520" cy="344880"/>
              <a:chOff x="343440" y="3301200"/>
              <a:chExt cx="344520" cy="344880"/>
            </a:xfrm>
          </p:grpSpPr>
          <p:sp>
            <p:nvSpPr>
              <p:cNvPr id="566" name="Google Shape;1068;p21"/>
              <p:cNvSpPr/>
              <p:nvPr/>
            </p:nvSpPr>
            <p:spPr>
              <a:xfrm rot="10800000">
                <a:off x="348840" y="3306960"/>
                <a:ext cx="333360" cy="333360"/>
              </a:xfrm>
              <a:custGeom>
                <a:avLst/>
                <a:gdLst>
                  <a:gd name="textAreaLeft" fmla="*/ 0 w 333360"/>
                  <a:gd name="textAreaRight" fmla="*/ 333720 w 333360"/>
                  <a:gd name="textAreaTop" fmla="*/ 0 h 333360"/>
                  <a:gd name="textAreaBottom" fmla="*/ 333720 h 33336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67" name="Google Shape;1069;p21"/>
              <p:cNvSpPr/>
              <p:nvPr/>
            </p:nvSpPr>
            <p:spPr>
              <a:xfrm rot="10800000">
                <a:off x="343440" y="3301200"/>
                <a:ext cx="344520" cy="344880"/>
              </a:xfrm>
              <a:custGeom>
                <a:avLst/>
                <a:gdLst>
                  <a:gd name="textAreaLeft" fmla="*/ 0 w 344520"/>
                  <a:gd name="textAreaRight" fmla="*/ 344880 w 344520"/>
                  <a:gd name="textAreaTop" fmla="*/ 0 h 344880"/>
                  <a:gd name="textAreaBottom" fmla="*/ 345240 h 34488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68" name="Google Shape;1070;p21"/>
              <p:cNvSpPr/>
              <p:nvPr/>
            </p:nvSpPr>
            <p:spPr>
              <a:xfrm rot="10800000">
                <a:off x="422640" y="3380760"/>
                <a:ext cx="186480" cy="186480"/>
              </a:xfrm>
              <a:custGeom>
                <a:avLst/>
                <a:gdLst>
                  <a:gd name="textAreaLeft" fmla="*/ 0 w 186480"/>
                  <a:gd name="textAreaRight" fmla="*/ 186840 w 18648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69" name="Google Shape;1071;p21"/>
              <p:cNvSpPr/>
              <p:nvPr/>
            </p:nvSpPr>
            <p:spPr>
              <a:xfrm rot="10800000">
                <a:off x="416520" y="3375000"/>
                <a:ext cx="197640" cy="197640"/>
              </a:xfrm>
              <a:custGeom>
                <a:avLst/>
                <a:gdLst>
                  <a:gd name="textAreaLeft" fmla="*/ 0 w 197640"/>
                  <a:gd name="textAreaRight" fmla="*/ 198000 w 197640"/>
                  <a:gd name="textAreaTop" fmla="*/ 0 h 197640"/>
                  <a:gd name="textAreaBottom" fmla="*/ 198000 h 19764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70" name="Google Shape;1072;p21"/>
            <p:cNvGrpSpPr/>
            <p:nvPr/>
          </p:nvGrpSpPr>
          <p:grpSpPr>
            <a:xfrm>
              <a:off x="8520480" y="714960"/>
              <a:ext cx="291600" cy="292320"/>
              <a:chOff x="8520480" y="714960"/>
              <a:chExt cx="291600" cy="292320"/>
            </a:xfrm>
          </p:grpSpPr>
          <p:sp>
            <p:nvSpPr>
              <p:cNvPr id="571" name="Google Shape;1073;p21"/>
              <p:cNvSpPr/>
              <p:nvPr/>
            </p:nvSpPr>
            <p:spPr>
              <a:xfrm rot="10800000">
                <a:off x="8524800" y="72000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2" name="Google Shape;1074;p21"/>
              <p:cNvSpPr/>
              <p:nvPr/>
            </p:nvSpPr>
            <p:spPr>
              <a:xfrm rot="10800000">
                <a:off x="8520480" y="71496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3" name="Google Shape;1075;p21"/>
              <p:cNvSpPr/>
              <p:nvPr/>
            </p:nvSpPr>
            <p:spPr>
              <a:xfrm rot="10800000">
                <a:off x="8587080" y="78228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4" name="Google Shape;1076;p21"/>
              <p:cNvSpPr/>
              <p:nvPr/>
            </p:nvSpPr>
            <p:spPr>
              <a:xfrm rot="10800000">
                <a:off x="8582040" y="77760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75" name="Google Shape;1077;p21"/>
            <p:cNvGrpSpPr/>
            <p:nvPr/>
          </p:nvGrpSpPr>
          <p:grpSpPr>
            <a:xfrm>
              <a:off x="262080" y="465480"/>
              <a:ext cx="507240" cy="507600"/>
              <a:chOff x="262080" y="465480"/>
              <a:chExt cx="507240" cy="507600"/>
            </a:xfrm>
          </p:grpSpPr>
          <p:sp>
            <p:nvSpPr>
              <p:cNvPr id="576" name="Google Shape;1078;p21"/>
              <p:cNvSpPr/>
              <p:nvPr/>
            </p:nvSpPr>
            <p:spPr>
              <a:xfrm rot="10800000">
                <a:off x="266040" y="469800"/>
                <a:ext cx="499320" cy="498960"/>
              </a:xfrm>
              <a:custGeom>
                <a:avLst/>
                <a:gdLst>
                  <a:gd name="textAreaLeft" fmla="*/ 0 w 499320"/>
                  <a:gd name="textAreaRight" fmla="*/ 499680 w 499320"/>
                  <a:gd name="textAreaTop" fmla="*/ 0 h 498960"/>
                  <a:gd name="textAreaBottom" fmla="*/ 499320 h 49896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7" name="Google Shape;1079;p21"/>
              <p:cNvSpPr/>
              <p:nvPr/>
            </p:nvSpPr>
            <p:spPr>
              <a:xfrm rot="10800000">
                <a:off x="262080" y="465480"/>
                <a:ext cx="507240" cy="507600"/>
              </a:xfrm>
              <a:custGeom>
                <a:avLst/>
                <a:gdLst>
                  <a:gd name="textAreaLeft" fmla="*/ 0 w 507240"/>
                  <a:gd name="textAreaRight" fmla="*/ 507600 w 507240"/>
                  <a:gd name="textAreaTop" fmla="*/ 0 h 507600"/>
                  <a:gd name="textAreaBottom" fmla="*/ 507960 h 50760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8" name="Google Shape;1080;p21"/>
              <p:cNvSpPr/>
              <p:nvPr/>
            </p:nvSpPr>
            <p:spPr>
              <a:xfrm rot="10800000">
                <a:off x="329400" y="532800"/>
                <a:ext cx="372960" cy="372600"/>
              </a:xfrm>
              <a:custGeom>
                <a:avLst/>
                <a:gdLst>
                  <a:gd name="textAreaLeft" fmla="*/ 0 w 372960"/>
                  <a:gd name="textAreaRight" fmla="*/ 373320 w 372960"/>
                  <a:gd name="textAreaTop" fmla="*/ 0 h 372600"/>
                  <a:gd name="textAreaBottom" fmla="*/ 372960 h 37260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9" name="Google Shape;1081;p21"/>
              <p:cNvSpPr/>
              <p:nvPr/>
            </p:nvSpPr>
            <p:spPr>
              <a:xfrm rot="10800000">
                <a:off x="325080" y="528480"/>
                <a:ext cx="380880" cy="381240"/>
              </a:xfrm>
              <a:custGeom>
                <a:avLst/>
                <a:gdLst>
                  <a:gd name="textAreaLeft" fmla="*/ 0 w 380880"/>
                  <a:gd name="textAreaRight" fmla="*/ 381240 w 380880"/>
                  <a:gd name="textAreaTop" fmla="*/ 0 h 381240"/>
                  <a:gd name="textAreaBottom" fmla="*/ 381600 h 3812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0" name="Google Shape;1082;p21"/>
              <p:cNvSpPr/>
              <p:nvPr/>
            </p:nvSpPr>
            <p:spPr>
              <a:xfrm rot="10800000">
                <a:off x="398160" y="601560"/>
                <a:ext cx="235440" cy="235440"/>
              </a:xfrm>
              <a:custGeom>
                <a:avLst/>
                <a:gdLst>
                  <a:gd name="textAreaLeft" fmla="*/ 0 w 235440"/>
                  <a:gd name="textAreaRight" fmla="*/ 235800 w 235440"/>
                  <a:gd name="textAreaTop" fmla="*/ 0 h 235440"/>
                  <a:gd name="textAreaBottom" fmla="*/ 235800 h 23544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1" name="Google Shape;1083;p21"/>
              <p:cNvSpPr/>
              <p:nvPr/>
            </p:nvSpPr>
            <p:spPr>
              <a:xfrm rot="10800000">
                <a:off x="393840" y="597600"/>
                <a:ext cx="243720" cy="243360"/>
              </a:xfrm>
              <a:custGeom>
                <a:avLst/>
                <a:gdLst>
                  <a:gd name="textAreaLeft" fmla="*/ 0 w 243720"/>
                  <a:gd name="textAreaRight" fmla="*/ 244080 w 243720"/>
                  <a:gd name="textAreaTop" fmla="*/ 0 h 243360"/>
                  <a:gd name="textAreaBottom" fmla="*/ 243720 h 24336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BOD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PlaceHolder 1"/>
          <p:cNvSpPr>
            <a:spLocks noGrp="1"/>
          </p:cNvSpPr>
          <p:nvPr>
            <p:ph type="title"/>
          </p:nvPr>
        </p:nvSpPr>
        <p:spPr>
          <a:xfrm>
            <a:off x="2532960" y="338400"/>
            <a:ext cx="408708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25" name="PlaceHolder 2"/>
          <p:cNvSpPr>
            <a:spLocks noGrp="1"/>
          </p:cNvSpPr>
          <p:nvPr>
            <p:ph type="body"/>
          </p:nvPr>
        </p:nvSpPr>
        <p:spPr>
          <a:xfrm>
            <a:off x="714600" y="1152000"/>
            <a:ext cx="7705080" cy="3529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626" name="Google Shape;1142;p23"/>
          <p:cNvCxnSpPr/>
          <p:nvPr/>
        </p:nvCxnSpPr>
        <p:spPr>
          <a:xfrm flipH="1" flipV="1">
            <a:off x="302760" y="3359160"/>
            <a:ext cx="152280" cy="9576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627" name="Google Shape;1143;p23"/>
          <p:cNvCxnSpPr/>
          <p:nvPr/>
        </p:nvCxnSpPr>
        <p:spPr>
          <a:xfrm flipV="1">
            <a:off x="0" y="4332240"/>
            <a:ext cx="446760" cy="6645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628" name="Google Shape;1144;p23"/>
          <p:cNvGrpSpPr/>
          <p:nvPr/>
        </p:nvGrpSpPr>
        <p:grpSpPr>
          <a:xfrm>
            <a:off x="300600" y="4167720"/>
            <a:ext cx="291600" cy="292320"/>
            <a:chOff x="300600" y="4167720"/>
            <a:chExt cx="291600" cy="292320"/>
          </a:xfrm>
        </p:grpSpPr>
        <p:sp>
          <p:nvSpPr>
            <p:cNvPr id="629" name="Google Shape;1145;p23"/>
            <p:cNvSpPr/>
            <p:nvPr/>
          </p:nvSpPr>
          <p:spPr>
            <a:xfrm flipH="1">
              <a:off x="305280" y="417276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0" name="Google Shape;1146;p23"/>
            <p:cNvSpPr/>
            <p:nvPr/>
          </p:nvSpPr>
          <p:spPr>
            <a:xfrm flipH="1">
              <a:off x="300600" y="416772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1" name="Google Shape;1147;p23"/>
            <p:cNvSpPr/>
            <p:nvPr/>
          </p:nvSpPr>
          <p:spPr>
            <a:xfrm flipH="1">
              <a:off x="366840" y="423468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2" name="Google Shape;1148;p23"/>
            <p:cNvSpPr/>
            <p:nvPr/>
          </p:nvSpPr>
          <p:spPr>
            <a:xfrm flipH="1">
              <a:off x="361800" y="423036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33" name="Google Shape;1149;p23"/>
          <p:cNvGrpSpPr/>
          <p:nvPr/>
        </p:nvGrpSpPr>
        <p:grpSpPr>
          <a:xfrm>
            <a:off x="148320" y="3224160"/>
            <a:ext cx="292680" cy="293040"/>
            <a:chOff x="148320" y="3224160"/>
            <a:chExt cx="292680" cy="293040"/>
          </a:xfrm>
        </p:grpSpPr>
        <p:sp>
          <p:nvSpPr>
            <p:cNvPr id="634" name="Google Shape;1150;p23"/>
            <p:cNvSpPr/>
            <p:nvPr/>
          </p:nvSpPr>
          <p:spPr>
            <a:xfrm flipH="1">
              <a:off x="150480" y="322668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5" name="Google Shape;1151;p23"/>
            <p:cNvSpPr/>
            <p:nvPr/>
          </p:nvSpPr>
          <p:spPr>
            <a:xfrm flipH="1">
              <a:off x="147960" y="322416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6" name="Google Shape;1152;p23"/>
            <p:cNvSpPr/>
            <p:nvPr/>
          </p:nvSpPr>
          <p:spPr>
            <a:xfrm flipH="1">
              <a:off x="187560" y="326340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7" name="Google Shape;1153;p23"/>
            <p:cNvSpPr/>
            <p:nvPr/>
          </p:nvSpPr>
          <p:spPr>
            <a:xfrm flipH="1">
              <a:off x="185400" y="326088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8" name="Google Shape;1154;p23"/>
            <p:cNvSpPr/>
            <p:nvPr/>
          </p:nvSpPr>
          <p:spPr>
            <a:xfrm flipH="1">
              <a:off x="226800" y="330300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9" name="Google Shape;1155;p23"/>
            <p:cNvSpPr/>
            <p:nvPr/>
          </p:nvSpPr>
          <p:spPr>
            <a:xfrm flipH="1">
              <a:off x="224280" y="330084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640" name="Google Shape;1156;p23"/>
          <p:cNvCxnSpPr/>
          <p:nvPr/>
        </p:nvCxnSpPr>
        <p:spPr>
          <a:xfrm flipH="1" flipV="1">
            <a:off x="7196760" y="294840"/>
            <a:ext cx="1157400" cy="5432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641" name="Google Shape;1157;p23"/>
          <p:cNvCxnSpPr/>
          <p:nvPr/>
        </p:nvCxnSpPr>
        <p:spPr>
          <a:xfrm flipH="1">
            <a:off x="8353800" y="-6480"/>
            <a:ext cx="792000" cy="83628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642" name="Google Shape;1158;p23"/>
          <p:cNvGrpSpPr/>
          <p:nvPr/>
        </p:nvGrpSpPr>
        <p:grpSpPr>
          <a:xfrm>
            <a:off x="8064360" y="527040"/>
            <a:ext cx="581400" cy="582120"/>
            <a:chOff x="8064360" y="527040"/>
            <a:chExt cx="581400" cy="582120"/>
          </a:xfrm>
        </p:grpSpPr>
        <p:sp>
          <p:nvSpPr>
            <p:cNvPr id="643" name="Google Shape;1159;p23"/>
            <p:cNvSpPr/>
            <p:nvPr/>
          </p:nvSpPr>
          <p:spPr>
            <a:xfrm>
              <a:off x="8068680" y="53208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4" name="Google Shape;1160;p23"/>
            <p:cNvSpPr/>
            <p:nvPr/>
          </p:nvSpPr>
          <p:spPr>
            <a:xfrm>
              <a:off x="8064360" y="52704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5" name="Google Shape;1161;p23"/>
            <p:cNvSpPr/>
            <p:nvPr/>
          </p:nvSpPr>
          <p:spPr>
            <a:xfrm>
              <a:off x="8141040" y="6044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6" name="Google Shape;1162;p23"/>
            <p:cNvSpPr/>
            <p:nvPr/>
          </p:nvSpPr>
          <p:spPr>
            <a:xfrm>
              <a:off x="8136720" y="59940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7" name="Google Shape;1163;p23"/>
            <p:cNvSpPr/>
            <p:nvPr/>
          </p:nvSpPr>
          <p:spPr>
            <a:xfrm>
              <a:off x="8219880" y="68292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8" name="Google Shape;1164;p23"/>
            <p:cNvSpPr/>
            <p:nvPr/>
          </p:nvSpPr>
          <p:spPr>
            <a:xfrm>
              <a:off x="8215200" y="67860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49" name="Google Shape;1165;p23"/>
          <p:cNvGrpSpPr/>
          <p:nvPr/>
        </p:nvGrpSpPr>
        <p:grpSpPr>
          <a:xfrm>
            <a:off x="7034040" y="171000"/>
            <a:ext cx="291600" cy="292320"/>
            <a:chOff x="7034040" y="171000"/>
            <a:chExt cx="291600" cy="292320"/>
          </a:xfrm>
        </p:grpSpPr>
        <p:sp>
          <p:nvSpPr>
            <p:cNvPr id="650" name="Google Shape;1166;p23"/>
            <p:cNvSpPr/>
            <p:nvPr/>
          </p:nvSpPr>
          <p:spPr>
            <a:xfrm>
              <a:off x="7039080" y="176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1" name="Google Shape;1167;p23"/>
            <p:cNvSpPr/>
            <p:nvPr/>
          </p:nvSpPr>
          <p:spPr>
            <a:xfrm>
              <a:off x="7034040" y="171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2" name="Google Shape;1168;p23"/>
            <p:cNvSpPr/>
            <p:nvPr/>
          </p:nvSpPr>
          <p:spPr>
            <a:xfrm>
              <a:off x="7100640" y="237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3" name="Google Shape;1169;p23"/>
            <p:cNvSpPr/>
            <p:nvPr/>
          </p:nvSpPr>
          <p:spPr>
            <a:xfrm>
              <a:off x="7096320" y="23328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54" name="Google Shape;1170;p23"/>
          <p:cNvGrpSpPr/>
          <p:nvPr/>
        </p:nvGrpSpPr>
        <p:grpSpPr>
          <a:xfrm>
            <a:off x="8758080" y="229680"/>
            <a:ext cx="174600" cy="174600"/>
            <a:chOff x="8758080" y="229680"/>
            <a:chExt cx="174600" cy="174600"/>
          </a:xfrm>
        </p:grpSpPr>
        <p:sp>
          <p:nvSpPr>
            <p:cNvPr id="655" name="Google Shape;1171;p23"/>
            <p:cNvSpPr/>
            <p:nvPr/>
          </p:nvSpPr>
          <p:spPr>
            <a:xfrm>
              <a:off x="8762400" y="2347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6" name="Google Shape;1172;p23"/>
            <p:cNvSpPr/>
            <p:nvPr/>
          </p:nvSpPr>
          <p:spPr>
            <a:xfrm>
              <a:off x="8758080" y="2296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7" name="Google Shape;1173;p23"/>
            <p:cNvSpPr/>
            <p:nvPr/>
          </p:nvSpPr>
          <p:spPr>
            <a:xfrm>
              <a:off x="8799120" y="2710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8" name="Google Shape;1174;p23"/>
            <p:cNvSpPr/>
            <p:nvPr/>
          </p:nvSpPr>
          <p:spPr>
            <a:xfrm>
              <a:off x="8794080" y="26640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59" name="Google Shape;1175;p23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660" name="Google Shape;1176;p23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1" name="Google Shape;1177;p23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2" name="Google Shape;1178;p23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63" name="Google Shape;1179;p23"/>
          <p:cNvGrpSpPr/>
          <p:nvPr/>
        </p:nvGrpSpPr>
        <p:grpSpPr>
          <a:xfrm>
            <a:off x="7916400" y="1124640"/>
            <a:ext cx="174600" cy="26640"/>
            <a:chOff x="7916400" y="1124640"/>
            <a:chExt cx="174600" cy="26640"/>
          </a:xfrm>
        </p:grpSpPr>
        <p:sp>
          <p:nvSpPr>
            <p:cNvPr id="664" name="Google Shape;1180;p23"/>
            <p:cNvSpPr/>
            <p:nvPr/>
          </p:nvSpPr>
          <p:spPr>
            <a:xfrm>
              <a:off x="79164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5" name="Google Shape;1181;p23"/>
            <p:cNvSpPr/>
            <p:nvPr/>
          </p:nvSpPr>
          <p:spPr>
            <a:xfrm>
              <a:off x="79902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6" name="Google Shape;1182;p23"/>
            <p:cNvSpPr/>
            <p:nvPr/>
          </p:nvSpPr>
          <p:spPr>
            <a:xfrm>
              <a:off x="806436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PlaceHolder 1"/>
          <p:cNvSpPr>
            <a:spLocks noGrp="1"/>
          </p:cNvSpPr>
          <p:nvPr>
            <p:ph type="body"/>
          </p:nvPr>
        </p:nvSpPr>
        <p:spPr>
          <a:xfrm>
            <a:off x="586800" y="974520"/>
            <a:ext cx="3194280" cy="3194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68" name="PlaceHolder 2"/>
          <p:cNvSpPr>
            <a:spLocks noGrp="1"/>
          </p:cNvSpPr>
          <p:nvPr>
            <p:ph type="title"/>
          </p:nvPr>
        </p:nvSpPr>
        <p:spPr>
          <a:xfrm>
            <a:off x="4170600" y="1369080"/>
            <a:ext cx="3879360" cy="738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69" name="PlaceHolder 3"/>
          <p:cNvSpPr>
            <a:spLocks noGrp="1"/>
          </p:cNvSpPr>
          <p:nvPr>
            <p:ph type="body"/>
          </p:nvPr>
        </p:nvSpPr>
        <p:spPr>
          <a:xfrm>
            <a:off x="4170600" y="2107800"/>
            <a:ext cx="3879360" cy="1693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670" name="Google Shape;1187;p24"/>
          <p:cNvCxnSpPr/>
          <p:nvPr/>
        </p:nvCxnSpPr>
        <p:spPr>
          <a:xfrm flipH="1">
            <a:off x="5825520" y="446760"/>
            <a:ext cx="1672560" cy="126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671" name="Google Shape;1188;p24"/>
          <p:cNvCxnSpPr/>
          <p:nvPr/>
        </p:nvCxnSpPr>
        <p:spPr>
          <a:xfrm flipH="1" flipV="1">
            <a:off x="7511400" y="453240"/>
            <a:ext cx="829800" cy="7437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672" name="Google Shape;1189;p24"/>
          <p:cNvCxnSpPr/>
          <p:nvPr/>
        </p:nvCxnSpPr>
        <p:spPr>
          <a:xfrm flipH="1">
            <a:off x="8347320" y="-10800"/>
            <a:ext cx="797040" cy="11880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673" name="Google Shape;1190;p24"/>
          <p:cNvGrpSpPr/>
          <p:nvPr/>
        </p:nvGrpSpPr>
        <p:grpSpPr>
          <a:xfrm>
            <a:off x="8062920" y="883440"/>
            <a:ext cx="581400" cy="582120"/>
            <a:chOff x="8062920" y="883440"/>
            <a:chExt cx="581400" cy="582120"/>
          </a:xfrm>
        </p:grpSpPr>
        <p:sp>
          <p:nvSpPr>
            <p:cNvPr id="674" name="Google Shape;1191;p24"/>
            <p:cNvSpPr/>
            <p:nvPr/>
          </p:nvSpPr>
          <p:spPr>
            <a:xfrm>
              <a:off x="8067240" y="88848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5" name="Google Shape;1192;p24"/>
            <p:cNvSpPr/>
            <p:nvPr/>
          </p:nvSpPr>
          <p:spPr>
            <a:xfrm>
              <a:off x="8062920" y="88344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6" name="Google Shape;1193;p24"/>
            <p:cNvSpPr/>
            <p:nvPr/>
          </p:nvSpPr>
          <p:spPr>
            <a:xfrm>
              <a:off x="8139600" y="9608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7" name="Google Shape;1194;p24"/>
            <p:cNvSpPr/>
            <p:nvPr/>
          </p:nvSpPr>
          <p:spPr>
            <a:xfrm>
              <a:off x="8135280" y="95580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8" name="Google Shape;1195;p24"/>
            <p:cNvSpPr/>
            <p:nvPr/>
          </p:nvSpPr>
          <p:spPr>
            <a:xfrm>
              <a:off x="8218440" y="103968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9" name="Google Shape;1196;p24"/>
            <p:cNvSpPr/>
            <p:nvPr/>
          </p:nvSpPr>
          <p:spPr>
            <a:xfrm>
              <a:off x="8213760" y="103500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80" name="Google Shape;1197;p24"/>
          <p:cNvGrpSpPr/>
          <p:nvPr/>
        </p:nvGrpSpPr>
        <p:grpSpPr>
          <a:xfrm>
            <a:off x="7351560" y="311760"/>
            <a:ext cx="291600" cy="292320"/>
            <a:chOff x="7351560" y="311760"/>
            <a:chExt cx="291600" cy="292320"/>
          </a:xfrm>
        </p:grpSpPr>
        <p:sp>
          <p:nvSpPr>
            <p:cNvPr id="681" name="Google Shape;1198;p24"/>
            <p:cNvSpPr/>
            <p:nvPr/>
          </p:nvSpPr>
          <p:spPr>
            <a:xfrm>
              <a:off x="7356600" y="31680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2" name="Google Shape;1199;p24"/>
            <p:cNvSpPr/>
            <p:nvPr/>
          </p:nvSpPr>
          <p:spPr>
            <a:xfrm>
              <a:off x="7351560" y="31176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3" name="Google Shape;1200;p24"/>
            <p:cNvSpPr/>
            <p:nvPr/>
          </p:nvSpPr>
          <p:spPr>
            <a:xfrm>
              <a:off x="7418520" y="37872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4" name="Google Shape;1201;p24"/>
            <p:cNvSpPr/>
            <p:nvPr/>
          </p:nvSpPr>
          <p:spPr>
            <a:xfrm>
              <a:off x="7413840" y="37440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85" name="Google Shape;1202;p24"/>
          <p:cNvSpPr/>
          <p:nvPr/>
        </p:nvSpPr>
        <p:spPr>
          <a:xfrm>
            <a:off x="5689080" y="421560"/>
            <a:ext cx="288360" cy="288000"/>
          </a:xfrm>
          <a:custGeom>
            <a:avLst/>
            <a:gdLst>
              <a:gd name="textAreaLeft" fmla="*/ 0 w 288360"/>
              <a:gd name="textAreaRight" fmla="*/ 28872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86" name="Google Shape;1203;p24"/>
          <p:cNvSpPr/>
          <p:nvPr/>
        </p:nvSpPr>
        <p:spPr>
          <a:xfrm>
            <a:off x="5686920" y="419040"/>
            <a:ext cx="292680" cy="293040"/>
          </a:xfrm>
          <a:custGeom>
            <a:avLst/>
            <a:gdLst>
              <a:gd name="textAreaLeft" fmla="*/ 0 w 292680"/>
              <a:gd name="textAreaRight" fmla="*/ 29304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87" name="Google Shape;1204;p24"/>
          <p:cNvSpPr/>
          <p:nvPr/>
        </p:nvSpPr>
        <p:spPr>
          <a:xfrm>
            <a:off x="5725440" y="457920"/>
            <a:ext cx="215280" cy="214920"/>
          </a:xfrm>
          <a:custGeom>
            <a:avLst/>
            <a:gdLst>
              <a:gd name="textAreaLeft" fmla="*/ 0 w 215280"/>
              <a:gd name="textAreaRight" fmla="*/ 21564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88" name="Google Shape;1205;p24"/>
          <p:cNvSpPr/>
          <p:nvPr/>
        </p:nvSpPr>
        <p:spPr>
          <a:xfrm>
            <a:off x="5723280" y="455400"/>
            <a:ext cx="219600" cy="219960"/>
          </a:xfrm>
          <a:custGeom>
            <a:avLst/>
            <a:gdLst>
              <a:gd name="textAreaLeft" fmla="*/ 0 w 219600"/>
              <a:gd name="textAreaRight" fmla="*/ 21996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89" name="Google Shape;1206;p24"/>
          <p:cNvSpPr/>
          <p:nvPr/>
        </p:nvSpPr>
        <p:spPr>
          <a:xfrm>
            <a:off x="5765040" y="497520"/>
            <a:ext cx="135720" cy="135720"/>
          </a:xfrm>
          <a:custGeom>
            <a:avLst/>
            <a:gdLst>
              <a:gd name="textAreaLeft" fmla="*/ 0 w 135720"/>
              <a:gd name="textAreaRight" fmla="*/ 13608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040" bIns="68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90" name="Google Shape;1207;p24"/>
          <p:cNvSpPr/>
          <p:nvPr/>
        </p:nvSpPr>
        <p:spPr>
          <a:xfrm>
            <a:off x="5762880" y="495360"/>
            <a:ext cx="140760" cy="140400"/>
          </a:xfrm>
          <a:custGeom>
            <a:avLst/>
            <a:gdLst>
              <a:gd name="textAreaLeft" fmla="*/ 0 w 140760"/>
              <a:gd name="textAreaRight" fmla="*/ 14112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0200" bIns="70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691" name="Google Shape;1208;p24"/>
          <p:cNvGrpSpPr/>
          <p:nvPr/>
        </p:nvGrpSpPr>
        <p:grpSpPr>
          <a:xfrm>
            <a:off x="5441760" y="284760"/>
            <a:ext cx="174600" cy="26640"/>
            <a:chOff x="5441760" y="284760"/>
            <a:chExt cx="174600" cy="26640"/>
          </a:xfrm>
        </p:grpSpPr>
        <p:sp>
          <p:nvSpPr>
            <p:cNvPr id="692" name="Google Shape;1209;p24"/>
            <p:cNvSpPr/>
            <p:nvPr/>
          </p:nvSpPr>
          <p:spPr>
            <a:xfrm>
              <a:off x="5441760" y="28476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3" name="Google Shape;1210;p24"/>
            <p:cNvSpPr/>
            <p:nvPr/>
          </p:nvSpPr>
          <p:spPr>
            <a:xfrm>
              <a:off x="5515920" y="28476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4" name="Google Shape;1211;p24"/>
            <p:cNvSpPr/>
            <p:nvPr/>
          </p:nvSpPr>
          <p:spPr>
            <a:xfrm>
              <a:off x="5589720" y="28476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95" name="Google Shape;1212;p24"/>
          <p:cNvGrpSpPr/>
          <p:nvPr/>
        </p:nvGrpSpPr>
        <p:grpSpPr>
          <a:xfrm>
            <a:off x="8488440" y="166680"/>
            <a:ext cx="174960" cy="26640"/>
            <a:chOff x="8488440" y="166680"/>
            <a:chExt cx="174960" cy="26640"/>
          </a:xfrm>
        </p:grpSpPr>
        <p:sp>
          <p:nvSpPr>
            <p:cNvPr id="696" name="Google Shape;1213;p24"/>
            <p:cNvSpPr/>
            <p:nvPr/>
          </p:nvSpPr>
          <p:spPr>
            <a:xfrm>
              <a:off x="8488440" y="1666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7" name="Google Shape;1214;p24"/>
            <p:cNvSpPr/>
            <p:nvPr/>
          </p:nvSpPr>
          <p:spPr>
            <a:xfrm>
              <a:off x="8562600" y="1666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8" name="Google Shape;1215;p24"/>
            <p:cNvSpPr/>
            <p:nvPr/>
          </p:nvSpPr>
          <p:spPr>
            <a:xfrm>
              <a:off x="8636760" y="1666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699" name="Google Shape;1216;p24"/>
          <p:cNvCxnSpPr/>
          <p:nvPr/>
        </p:nvCxnSpPr>
        <p:spPr>
          <a:xfrm flipH="1">
            <a:off x="7195320" y="4212360"/>
            <a:ext cx="1157400" cy="54288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700" name="Google Shape;1217;p24"/>
          <p:cNvCxnSpPr/>
          <p:nvPr/>
        </p:nvCxnSpPr>
        <p:spPr>
          <a:xfrm flipH="1" flipV="1">
            <a:off x="8352360" y="4220280"/>
            <a:ext cx="792000" cy="8366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701" name="Google Shape;1218;p24"/>
          <p:cNvGrpSpPr/>
          <p:nvPr/>
        </p:nvGrpSpPr>
        <p:grpSpPr>
          <a:xfrm>
            <a:off x="8062920" y="3940560"/>
            <a:ext cx="581400" cy="582120"/>
            <a:chOff x="8062920" y="3940560"/>
            <a:chExt cx="581400" cy="582120"/>
          </a:xfrm>
        </p:grpSpPr>
        <p:sp>
          <p:nvSpPr>
            <p:cNvPr id="702" name="Google Shape;1219;p24"/>
            <p:cNvSpPr/>
            <p:nvPr/>
          </p:nvSpPr>
          <p:spPr>
            <a:xfrm flipV="1">
              <a:off x="8067240" y="394524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-360 h 572040"/>
                <a:gd name="textAreaBottom" fmla="*/ 57204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3" name="Google Shape;1220;p24"/>
            <p:cNvSpPr/>
            <p:nvPr/>
          </p:nvSpPr>
          <p:spPr>
            <a:xfrm flipV="1">
              <a:off x="8062920" y="394020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-360 h 582120"/>
                <a:gd name="textAreaBottom" fmla="*/ 58212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4" name="Google Shape;1221;p24"/>
            <p:cNvSpPr/>
            <p:nvPr/>
          </p:nvSpPr>
          <p:spPr>
            <a:xfrm flipV="1">
              <a:off x="8139600" y="401832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360 h 426960"/>
                <a:gd name="textAreaBottom" fmla="*/ 42768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5" name="Google Shape;1222;p24"/>
            <p:cNvSpPr/>
            <p:nvPr/>
          </p:nvSpPr>
          <p:spPr>
            <a:xfrm flipV="1">
              <a:off x="8135280" y="40132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360 h 437040"/>
                <a:gd name="textAreaBottom" fmla="*/ 43776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6" name="Google Shape;1223;p24"/>
            <p:cNvSpPr/>
            <p:nvPr/>
          </p:nvSpPr>
          <p:spPr>
            <a:xfrm flipV="1">
              <a:off x="8218440" y="409680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360 h 270000"/>
                <a:gd name="textAreaBottom" fmla="*/ 27072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7" name="Google Shape;1224;p24"/>
            <p:cNvSpPr/>
            <p:nvPr/>
          </p:nvSpPr>
          <p:spPr>
            <a:xfrm flipV="1">
              <a:off x="8213760" y="409176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-360 h 279000"/>
                <a:gd name="textAreaBottom" fmla="*/ 27900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08" name="Google Shape;1225;p24"/>
          <p:cNvGrpSpPr/>
          <p:nvPr/>
        </p:nvGrpSpPr>
        <p:grpSpPr>
          <a:xfrm>
            <a:off x="7032240" y="4586760"/>
            <a:ext cx="291600" cy="292320"/>
            <a:chOff x="7032240" y="4586760"/>
            <a:chExt cx="291600" cy="292320"/>
          </a:xfrm>
        </p:grpSpPr>
        <p:sp>
          <p:nvSpPr>
            <p:cNvPr id="709" name="Google Shape;1226;p24"/>
            <p:cNvSpPr/>
            <p:nvPr/>
          </p:nvSpPr>
          <p:spPr>
            <a:xfrm flipV="1">
              <a:off x="7037280" y="459180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360 h 282240"/>
                <a:gd name="textAreaBottom" fmla="*/ 28296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0" name="Google Shape;1227;p24"/>
            <p:cNvSpPr/>
            <p:nvPr/>
          </p:nvSpPr>
          <p:spPr>
            <a:xfrm flipV="1">
              <a:off x="7032240" y="458676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360 h 292320"/>
                <a:gd name="textAreaBottom" fmla="*/ 29304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1" name="Google Shape;1228;p24"/>
            <p:cNvSpPr/>
            <p:nvPr/>
          </p:nvSpPr>
          <p:spPr>
            <a:xfrm flipV="1">
              <a:off x="7099200" y="465336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-360 h 158040"/>
                <a:gd name="textAreaBottom" fmla="*/ 15804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2" name="Google Shape;1229;p24"/>
            <p:cNvSpPr/>
            <p:nvPr/>
          </p:nvSpPr>
          <p:spPr>
            <a:xfrm flipV="1">
              <a:off x="7094880" y="464832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-360 h 167400"/>
                <a:gd name="textAreaBottom" fmla="*/ 16740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13" name="Google Shape;1230;p24"/>
          <p:cNvGrpSpPr/>
          <p:nvPr/>
        </p:nvGrpSpPr>
        <p:grpSpPr>
          <a:xfrm>
            <a:off x="8756640" y="4645080"/>
            <a:ext cx="174600" cy="174600"/>
            <a:chOff x="8756640" y="4645080"/>
            <a:chExt cx="174600" cy="174600"/>
          </a:xfrm>
        </p:grpSpPr>
        <p:sp>
          <p:nvSpPr>
            <p:cNvPr id="714" name="Google Shape;1231;p24"/>
            <p:cNvSpPr/>
            <p:nvPr/>
          </p:nvSpPr>
          <p:spPr>
            <a:xfrm flipV="1">
              <a:off x="8760960" y="464940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-360 h 165240"/>
                <a:gd name="textAreaBottom" fmla="*/ 16524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5" name="Google Shape;1232;p24"/>
            <p:cNvSpPr/>
            <p:nvPr/>
          </p:nvSpPr>
          <p:spPr>
            <a:xfrm flipV="1">
              <a:off x="8756640" y="464472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-360 h 174600"/>
                <a:gd name="textAreaBottom" fmla="*/ 17460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6" name="Google Shape;1233;p24"/>
            <p:cNvSpPr/>
            <p:nvPr/>
          </p:nvSpPr>
          <p:spPr>
            <a:xfrm flipV="1">
              <a:off x="8797680" y="468612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360 h 92880"/>
                <a:gd name="textAreaBottom" fmla="*/ 9360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7" name="Google Shape;1234;p24"/>
            <p:cNvSpPr/>
            <p:nvPr/>
          </p:nvSpPr>
          <p:spPr>
            <a:xfrm flipV="1">
              <a:off x="8792640" y="468180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360 h 101520"/>
                <a:gd name="textAreaBottom" fmla="*/ 10224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18" name="Google Shape;1235;p24"/>
          <p:cNvGrpSpPr/>
          <p:nvPr/>
        </p:nvGrpSpPr>
        <p:grpSpPr>
          <a:xfrm>
            <a:off x="8488440" y="4852440"/>
            <a:ext cx="174960" cy="26640"/>
            <a:chOff x="8488440" y="4852440"/>
            <a:chExt cx="174960" cy="26640"/>
          </a:xfrm>
        </p:grpSpPr>
        <p:sp>
          <p:nvSpPr>
            <p:cNvPr id="719" name="Google Shape;1236;p24"/>
            <p:cNvSpPr/>
            <p:nvPr/>
          </p:nvSpPr>
          <p:spPr>
            <a:xfrm flipV="1">
              <a:off x="8488440" y="48524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0" name="Google Shape;1237;p24"/>
            <p:cNvSpPr/>
            <p:nvPr/>
          </p:nvSpPr>
          <p:spPr>
            <a:xfrm flipV="1">
              <a:off x="8562600" y="48524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1" name="Google Shape;1238;p24"/>
            <p:cNvSpPr/>
            <p:nvPr/>
          </p:nvSpPr>
          <p:spPr>
            <a:xfrm flipV="1">
              <a:off x="8636760" y="48524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2" name="Google Shape;1383;p28"/>
          <p:cNvCxnSpPr/>
          <p:nvPr/>
        </p:nvCxnSpPr>
        <p:spPr>
          <a:xfrm flipH="1">
            <a:off x="7682760" y="2910960"/>
            <a:ext cx="306720" cy="1133640"/>
          </a:xfrm>
          <a:prstGeom prst="straightConnector1">
            <a:avLst/>
          </a:prstGeom>
          <a:ln w="9525">
            <a:solidFill>
              <a:srgbClr val="1A2E35"/>
            </a:solidFill>
            <a:round/>
          </a:ln>
        </p:spPr>
      </p:cxnSp>
      <p:cxnSp>
        <p:nvCxnSpPr>
          <p:cNvPr id="863" name="Google Shape;1384;p28"/>
          <p:cNvCxnSpPr/>
          <p:nvPr/>
        </p:nvCxnSpPr>
        <p:spPr>
          <a:xfrm>
            <a:off x="7694640" y="1568880"/>
            <a:ext cx="315720" cy="1342440"/>
          </a:xfrm>
          <a:prstGeom prst="straightConnector1">
            <a:avLst/>
          </a:prstGeom>
          <a:ln w="9525">
            <a:solidFill>
              <a:srgbClr val="1A2E35"/>
            </a:solidFill>
            <a:round/>
          </a:ln>
        </p:spPr>
      </p:cxnSp>
      <p:cxnSp>
        <p:nvCxnSpPr>
          <p:cNvPr id="864" name="Google Shape;1385;p28"/>
          <p:cNvCxnSpPr/>
          <p:nvPr/>
        </p:nvCxnSpPr>
        <p:spPr>
          <a:xfrm flipH="1">
            <a:off x="7702200" y="266400"/>
            <a:ext cx="392400" cy="1332360"/>
          </a:xfrm>
          <a:prstGeom prst="straightConnector1">
            <a:avLst/>
          </a:prstGeom>
          <a:ln w="9525">
            <a:solidFill>
              <a:srgbClr val="1A2E35"/>
            </a:solidFill>
            <a:round/>
          </a:ln>
        </p:spPr>
      </p:cxnSp>
      <p:cxnSp>
        <p:nvCxnSpPr>
          <p:cNvPr id="865" name="Google Shape;1386;p28"/>
          <p:cNvCxnSpPr/>
          <p:nvPr/>
        </p:nvCxnSpPr>
        <p:spPr>
          <a:xfrm flipH="1">
            <a:off x="8101800" y="0"/>
            <a:ext cx="407160" cy="273960"/>
          </a:xfrm>
          <a:prstGeom prst="straightConnector1">
            <a:avLst/>
          </a:prstGeom>
          <a:ln w="9525">
            <a:solidFill>
              <a:srgbClr val="1A2E35"/>
            </a:solidFill>
            <a:round/>
          </a:ln>
        </p:spPr>
      </p:cxnSp>
      <p:grpSp>
        <p:nvGrpSpPr>
          <p:cNvPr id="866" name="Google Shape;1387;p28"/>
          <p:cNvGrpSpPr/>
          <p:nvPr/>
        </p:nvGrpSpPr>
        <p:grpSpPr>
          <a:xfrm>
            <a:off x="7407360" y="1284840"/>
            <a:ext cx="582120" cy="581400"/>
            <a:chOff x="7407360" y="1284840"/>
            <a:chExt cx="582120" cy="581400"/>
          </a:xfrm>
        </p:grpSpPr>
        <p:sp>
          <p:nvSpPr>
            <p:cNvPr id="867" name="Google Shape;1388;p28"/>
            <p:cNvSpPr/>
            <p:nvPr/>
          </p:nvSpPr>
          <p:spPr>
            <a:xfrm rot="16200000" flipV="1">
              <a:off x="7412040" y="12895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-360 h 572040"/>
                <a:gd name="textAreaBottom" fmla="*/ 57204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8" name="Google Shape;1389;p28"/>
            <p:cNvSpPr/>
            <p:nvPr/>
          </p:nvSpPr>
          <p:spPr>
            <a:xfrm rot="16200000" flipV="1">
              <a:off x="7407720" y="128412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-360 h 582120"/>
                <a:gd name="textAreaBottom" fmla="*/ 58212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9" name="Google Shape;1390;p28"/>
            <p:cNvSpPr/>
            <p:nvPr/>
          </p:nvSpPr>
          <p:spPr>
            <a:xfrm rot="16200000" flipV="1">
              <a:off x="7484760" y="136260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360 h 426960"/>
                <a:gd name="textAreaBottom" fmla="*/ 42768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0" name="Google Shape;1391;p28"/>
            <p:cNvSpPr/>
            <p:nvPr/>
          </p:nvSpPr>
          <p:spPr>
            <a:xfrm rot="16200000" flipV="1">
              <a:off x="7480080" y="13564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360 h 437040"/>
                <a:gd name="textAreaBottom" fmla="*/ 43776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1" name="Google Shape;1392;p28"/>
            <p:cNvSpPr/>
            <p:nvPr/>
          </p:nvSpPr>
          <p:spPr>
            <a:xfrm rot="16200000" flipV="1">
              <a:off x="7563240" y="144108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360 h 270000"/>
                <a:gd name="textAreaBottom" fmla="*/ 27072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2" name="Google Shape;1393;p28"/>
            <p:cNvSpPr/>
            <p:nvPr/>
          </p:nvSpPr>
          <p:spPr>
            <a:xfrm rot="16200000" flipV="1">
              <a:off x="7558560" y="14360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-360 h 279000"/>
                <a:gd name="textAreaBottom" fmla="*/ 27900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73" name="Google Shape;1394;p28"/>
          <p:cNvGrpSpPr/>
          <p:nvPr/>
        </p:nvGrpSpPr>
        <p:grpSpPr>
          <a:xfrm>
            <a:off x="7869600" y="2754360"/>
            <a:ext cx="292320" cy="291600"/>
            <a:chOff x="7869600" y="2754360"/>
            <a:chExt cx="292320" cy="291600"/>
          </a:xfrm>
        </p:grpSpPr>
        <p:sp>
          <p:nvSpPr>
            <p:cNvPr id="874" name="Google Shape;1395;p28"/>
            <p:cNvSpPr/>
            <p:nvPr/>
          </p:nvSpPr>
          <p:spPr>
            <a:xfrm rot="16200000" flipV="1">
              <a:off x="7874640" y="2759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360 h 282240"/>
                <a:gd name="textAreaBottom" fmla="*/ 28296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5" name="Google Shape;1396;p28"/>
            <p:cNvSpPr/>
            <p:nvPr/>
          </p:nvSpPr>
          <p:spPr>
            <a:xfrm rot="16200000" flipV="1">
              <a:off x="7869960" y="2754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360 h 292320"/>
                <a:gd name="textAreaBottom" fmla="*/ 29304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6" name="Google Shape;1397;p28"/>
            <p:cNvSpPr/>
            <p:nvPr/>
          </p:nvSpPr>
          <p:spPr>
            <a:xfrm rot="16200000" flipV="1">
              <a:off x="7937280" y="2820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-360 h 158040"/>
                <a:gd name="textAreaBottom" fmla="*/ 15804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7" name="Google Shape;1398;p28"/>
            <p:cNvSpPr/>
            <p:nvPr/>
          </p:nvSpPr>
          <p:spPr>
            <a:xfrm rot="16200000" flipV="1">
              <a:off x="7932240" y="281556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-360 h 167400"/>
                <a:gd name="textAreaBottom" fmla="*/ 16740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78" name="Google Shape;1399;p28"/>
          <p:cNvGrpSpPr/>
          <p:nvPr/>
        </p:nvGrpSpPr>
        <p:grpSpPr>
          <a:xfrm>
            <a:off x="8012880" y="177840"/>
            <a:ext cx="174600" cy="174600"/>
            <a:chOff x="8012880" y="177840"/>
            <a:chExt cx="174600" cy="174600"/>
          </a:xfrm>
        </p:grpSpPr>
        <p:sp>
          <p:nvSpPr>
            <p:cNvPr id="879" name="Google Shape;1400;p28"/>
            <p:cNvSpPr/>
            <p:nvPr/>
          </p:nvSpPr>
          <p:spPr>
            <a:xfrm rot="16200000" flipV="1">
              <a:off x="8016840" y="1825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-360 h 165240"/>
                <a:gd name="textAreaBottom" fmla="*/ 16524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0" name="Google Shape;1401;p28"/>
            <p:cNvSpPr/>
            <p:nvPr/>
          </p:nvSpPr>
          <p:spPr>
            <a:xfrm rot="16200000" flipV="1">
              <a:off x="8012880" y="1774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-360 h 174600"/>
                <a:gd name="textAreaBottom" fmla="*/ 17460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1" name="Google Shape;1402;p28"/>
            <p:cNvSpPr/>
            <p:nvPr/>
          </p:nvSpPr>
          <p:spPr>
            <a:xfrm rot="16200000" flipV="1">
              <a:off x="8053560" y="2188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360 h 92880"/>
                <a:gd name="textAreaBottom" fmla="*/ 9360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2" name="Google Shape;1403;p28"/>
            <p:cNvSpPr/>
            <p:nvPr/>
          </p:nvSpPr>
          <p:spPr>
            <a:xfrm rot="16200000" flipV="1">
              <a:off x="8048880" y="21492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360 h 101520"/>
                <a:gd name="textAreaBottom" fmla="*/ 10224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83" name="Google Shape;1404;p28"/>
          <p:cNvGrpSpPr/>
          <p:nvPr/>
        </p:nvGrpSpPr>
        <p:grpSpPr>
          <a:xfrm>
            <a:off x="7551720" y="3880440"/>
            <a:ext cx="293040" cy="292680"/>
            <a:chOff x="7551720" y="3880440"/>
            <a:chExt cx="293040" cy="292680"/>
          </a:xfrm>
        </p:grpSpPr>
        <p:sp>
          <p:nvSpPr>
            <p:cNvPr id="884" name="Google Shape;1405;p28"/>
            <p:cNvSpPr/>
            <p:nvPr/>
          </p:nvSpPr>
          <p:spPr>
            <a:xfrm rot="5400000" flipH="1">
              <a:off x="7553880" y="388260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5" name="Google Shape;1406;p28"/>
            <p:cNvSpPr/>
            <p:nvPr/>
          </p:nvSpPr>
          <p:spPr>
            <a:xfrm rot="5400000" flipH="1">
              <a:off x="7551720" y="388008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6" name="Google Shape;1407;p28"/>
            <p:cNvSpPr/>
            <p:nvPr/>
          </p:nvSpPr>
          <p:spPr>
            <a:xfrm rot="5400000" flipH="1">
              <a:off x="7589520" y="391932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7" name="Google Shape;1408;p28"/>
            <p:cNvSpPr/>
            <p:nvPr/>
          </p:nvSpPr>
          <p:spPr>
            <a:xfrm rot="5400000" flipH="1">
              <a:off x="7587360" y="391680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8" name="Google Shape;1409;p28"/>
            <p:cNvSpPr/>
            <p:nvPr/>
          </p:nvSpPr>
          <p:spPr>
            <a:xfrm rot="5400000" flipH="1">
              <a:off x="7629480" y="395928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9" name="Google Shape;1410;p28"/>
            <p:cNvSpPr/>
            <p:nvPr/>
          </p:nvSpPr>
          <p:spPr>
            <a:xfrm rot="5400000" flipH="1">
              <a:off x="7627680" y="395640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90" name="Google Shape;1411;p28"/>
          <p:cNvGrpSpPr/>
          <p:nvPr/>
        </p:nvGrpSpPr>
        <p:grpSpPr>
          <a:xfrm>
            <a:off x="8333280" y="249120"/>
            <a:ext cx="26640" cy="174600"/>
            <a:chOff x="8333280" y="249120"/>
            <a:chExt cx="26640" cy="174600"/>
          </a:xfrm>
        </p:grpSpPr>
        <p:sp>
          <p:nvSpPr>
            <p:cNvPr id="891" name="Google Shape;1412;p28"/>
            <p:cNvSpPr/>
            <p:nvPr/>
          </p:nvSpPr>
          <p:spPr>
            <a:xfrm rot="16200000" flipV="1">
              <a:off x="8333280" y="39708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2" name="Google Shape;1413;p28"/>
            <p:cNvSpPr/>
            <p:nvPr/>
          </p:nvSpPr>
          <p:spPr>
            <a:xfrm rot="16200000" flipV="1">
              <a:off x="8333280" y="32328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3" name="Google Shape;1414;p28"/>
            <p:cNvSpPr/>
            <p:nvPr/>
          </p:nvSpPr>
          <p:spPr>
            <a:xfrm rot="16200000" flipV="1">
              <a:off x="8333280" y="2491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894" name="Google Shape;1415;p28"/>
          <p:cNvCxnSpPr/>
          <p:nvPr/>
        </p:nvCxnSpPr>
        <p:spPr>
          <a:xfrm flipH="1" flipV="1">
            <a:off x="1513800" y="1824840"/>
            <a:ext cx="126360" cy="1672920"/>
          </a:xfrm>
          <a:prstGeom prst="straightConnector1">
            <a:avLst/>
          </a:prstGeom>
          <a:ln w="9525">
            <a:solidFill>
              <a:srgbClr val="1A2E35"/>
            </a:solidFill>
            <a:round/>
          </a:ln>
        </p:spPr>
      </p:cxnSp>
      <p:cxnSp>
        <p:nvCxnSpPr>
          <p:cNvPr id="895" name="Google Shape;1416;p28"/>
          <p:cNvCxnSpPr/>
          <p:nvPr/>
        </p:nvCxnSpPr>
        <p:spPr>
          <a:xfrm flipV="1">
            <a:off x="889920" y="3510720"/>
            <a:ext cx="743760" cy="829800"/>
          </a:xfrm>
          <a:prstGeom prst="straightConnector1">
            <a:avLst/>
          </a:prstGeom>
          <a:ln w="9525">
            <a:solidFill>
              <a:srgbClr val="1A2E35"/>
            </a:solidFill>
            <a:round/>
          </a:ln>
        </p:spPr>
      </p:cxnSp>
      <p:cxnSp>
        <p:nvCxnSpPr>
          <p:cNvPr id="896" name="Google Shape;1417;p28"/>
          <p:cNvCxnSpPr/>
          <p:nvPr/>
        </p:nvCxnSpPr>
        <p:spPr>
          <a:xfrm flipH="1" flipV="1">
            <a:off x="909720" y="4347000"/>
            <a:ext cx="1188360" cy="796680"/>
          </a:xfrm>
          <a:prstGeom prst="straightConnector1">
            <a:avLst/>
          </a:prstGeom>
          <a:ln w="9525">
            <a:solidFill>
              <a:srgbClr val="1A2E35"/>
            </a:solidFill>
            <a:round/>
          </a:ln>
        </p:spPr>
      </p:cxnSp>
      <p:grpSp>
        <p:nvGrpSpPr>
          <p:cNvPr id="897" name="Google Shape;1418;p28"/>
          <p:cNvGrpSpPr/>
          <p:nvPr/>
        </p:nvGrpSpPr>
        <p:grpSpPr>
          <a:xfrm>
            <a:off x="621360" y="4062240"/>
            <a:ext cx="582120" cy="581400"/>
            <a:chOff x="621360" y="4062240"/>
            <a:chExt cx="582120" cy="581400"/>
          </a:xfrm>
        </p:grpSpPr>
        <p:sp>
          <p:nvSpPr>
            <p:cNvPr id="898" name="Google Shape;1419;p28"/>
            <p:cNvSpPr/>
            <p:nvPr/>
          </p:nvSpPr>
          <p:spPr>
            <a:xfrm rot="5400000">
              <a:off x="626040" y="40669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9" name="Google Shape;1420;p28"/>
            <p:cNvSpPr/>
            <p:nvPr/>
          </p:nvSpPr>
          <p:spPr>
            <a:xfrm rot="5400000">
              <a:off x="621360" y="406188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0" name="Google Shape;1421;p28"/>
            <p:cNvSpPr/>
            <p:nvPr/>
          </p:nvSpPr>
          <p:spPr>
            <a:xfrm rot="5400000">
              <a:off x="698760" y="41396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1" name="Google Shape;1422;p28"/>
            <p:cNvSpPr/>
            <p:nvPr/>
          </p:nvSpPr>
          <p:spPr>
            <a:xfrm rot="5400000">
              <a:off x="694080" y="413424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2" name="Google Shape;1423;p28"/>
            <p:cNvSpPr/>
            <p:nvPr/>
          </p:nvSpPr>
          <p:spPr>
            <a:xfrm rot="5400000">
              <a:off x="777600" y="42177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3" name="Google Shape;1424;p28"/>
            <p:cNvSpPr/>
            <p:nvPr/>
          </p:nvSpPr>
          <p:spPr>
            <a:xfrm rot="5400000">
              <a:off x="772560" y="42134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04" name="Google Shape;1425;p28"/>
          <p:cNvGrpSpPr/>
          <p:nvPr/>
        </p:nvGrpSpPr>
        <p:grpSpPr>
          <a:xfrm>
            <a:off x="1482840" y="3351240"/>
            <a:ext cx="292320" cy="291600"/>
            <a:chOff x="1482840" y="3351240"/>
            <a:chExt cx="292320" cy="291600"/>
          </a:xfrm>
        </p:grpSpPr>
        <p:sp>
          <p:nvSpPr>
            <p:cNvPr id="905" name="Google Shape;1426;p28"/>
            <p:cNvSpPr/>
            <p:nvPr/>
          </p:nvSpPr>
          <p:spPr>
            <a:xfrm rot="5400000">
              <a:off x="1487880" y="335628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6" name="Google Shape;1427;p28"/>
            <p:cNvSpPr/>
            <p:nvPr/>
          </p:nvSpPr>
          <p:spPr>
            <a:xfrm rot="5400000">
              <a:off x="1483200" y="335088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7" name="Google Shape;1428;p28"/>
            <p:cNvSpPr/>
            <p:nvPr/>
          </p:nvSpPr>
          <p:spPr>
            <a:xfrm rot="5400000">
              <a:off x="1550160" y="34178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8" name="Google Shape;1429;p28"/>
            <p:cNvSpPr/>
            <p:nvPr/>
          </p:nvSpPr>
          <p:spPr>
            <a:xfrm rot="5400000">
              <a:off x="1545480" y="341352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09" name="Google Shape;1430;p28"/>
          <p:cNvGrpSpPr/>
          <p:nvPr/>
        </p:nvGrpSpPr>
        <p:grpSpPr>
          <a:xfrm>
            <a:off x="1595520" y="4790160"/>
            <a:ext cx="174600" cy="174600"/>
            <a:chOff x="1595520" y="4790160"/>
            <a:chExt cx="174600" cy="174600"/>
          </a:xfrm>
        </p:grpSpPr>
        <p:sp>
          <p:nvSpPr>
            <p:cNvPr id="910" name="Google Shape;1431;p28"/>
            <p:cNvSpPr/>
            <p:nvPr/>
          </p:nvSpPr>
          <p:spPr>
            <a:xfrm rot="5400000">
              <a:off x="1599480" y="479484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1" name="Google Shape;1432;p28"/>
            <p:cNvSpPr/>
            <p:nvPr/>
          </p:nvSpPr>
          <p:spPr>
            <a:xfrm rot="5400000">
              <a:off x="1595520" y="479016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2" name="Google Shape;1433;p28"/>
            <p:cNvSpPr/>
            <p:nvPr/>
          </p:nvSpPr>
          <p:spPr>
            <a:xfrm rot="5400000">
              <a:off x="1636200" y="483120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3" name="Google Shape;1434;p28"/>
            <p:cNvSpPr/>
            <p:nvPr/>
          </p:nvSpPr>
          <p:spPr>
            <a:xfrm rot="5400000">
              <a:off x="1631520" y="482688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14" name="Google Shape;1435;p28"/>
          <p:cNvSpPr/>
          <p:nvPr/>
        </p:nvSpPr>
        <p:spPr>
          <a:xfrm rot="5400000">
            <a:off x="1377360" y="1688760"/>
            <a:ext cx="288360" cy="288000"/>
          </a:xfrm>
          <a:custGeom>
            <a:avLst/>
            <a:gdLst>
              <a:gd name="textAreaLeft" fmla="*/ 0 w 288360"/>
              <a:gd name="textAreaRight" fmla="*/ 28872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rgbClr val="77C6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15" name="Google Shape;1436;p28"/>
          <p:cNvSpPr/>
          <p:nvPr/>
        </p:nvSpPr>
        <p:spPr>
          <a:xfrm rot="5400000">
            <a:off x="1375200" y="1685880"/>
            <a:ext cx="292680" cy="293040"/>
          </a:xfrm>
          <a:custGeom>
            <a:avLst/>
            <a:gdLst>
              <a:gd name="textAreaLeft" fmla="*/ 0 w 292680"/>
              <a:gd name="textAreaRight" fmla="*/ 29304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16" name="Google Shape;1437;p28"/>
          <p:cNvSpPr/>
          <p:nvPr/>
        </p:nvSpPr>
        <p:spPr>
          <a:xfrm rot="5400000">
            <a:off x="1413720" y="1725120"/>
            <a:ext cx="215280" cy="214920"/>
          </a:xfrm>
          <a:custGeom>
            <a:avLst/>
            <a:gdLst>
              <a:gd name="textAreaLeft" fmla="*/ 0 w 215280"/>
              <a:gd name="textAreaRight" fmla="*/ 21564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17" name="Google Shape;1438;p28"/>
          <p:cNvSpPr/>
          <p:nvPr/>
        </p:nvSpPr>
        <p:spPr>
          <a:xfrm rot="5400000">
            <a:off x="1411560" y="1722600"/>
            <a:ext cx="219600" cy="219960"/>
          </a:xfrm>
          <a:custGeom>
            <a:avLst/>
            <a:gdLst>
              <a:gd name="textAreaLeft" fmla="*/ 0 w 219600"/>
              <a:gd name="textAreaRight" fmla="*/ 21996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18" name="Google Shape;1439;p28"/>
          <p:cNvSpPr/>
          <p:nvPr/>
        </p:nvSpPr>
        <p:spPr>
          <a:xfrm rot="5400000">
            <a:off x="1453680" y="1764720"/>
            <a:ext cx="135720" cy="135720"/>
          </a:xfrm>
          <a:custGeom>
            <a:avLst/>
            <a:gdLst>
              <a:gd name="textAreaLeft" fmla="*/ 0 w 135720"/>
              <a:gd name="textAreaRight" fmla="*/ 13608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rgbClr val="77C6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040" bIns="68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19" name="Google Shape;1440;p28"/>
          <p:cNvSpPr/>
          <p:nvPr/>
        </p:nvSpPr>
        <p:spPr>
          <a:xfrm rot="5400000">
            <a:off x="1451160" y="1762560"/>
            <a:ext cx="140760" cy="140400"/>
          </a:xfrm>
          <a:custGeom>
            <a:avLst/>
            <a:gdLst>
              <a:gd name="textAreaLeft" fmla="*/ 0 w 140760"/>
              <a:gd name="textAreaRight" fmla="*/ 14112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0200" bIns="70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920" name="Google Shape;1441;p28"/>
          <p:cNvGrpSpPr/>
          <p:nvPr/>
        </p:nvGrpSpPr>
        <p:grpSpPr>
          <a:xfrm>
            <a:off x="1775520" y="1441440"/>
            <a:ext cx="26640" cy="174600"/>
            <a:chOff x="1775520" y="1441440"/>
            <a:chExt cx="26640" cy="174600"/>
          </a:xfrm>
        </p:grpSpPr>
        <p:sp>
          <p:nvSpPr>
            <p:cNvPr id="921" name="Google Shape;1442;p28"/>
            <p:cNvSpPr/>
            <p:nvPr/>
          </p:nvSpPr>
          <p:spPr>
            <a:xfrm rot="5400000">
              <a:off x="1775520" y="144144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2" name="Google Shape;1443;p28"/>
            <p:cNvSpPr/>
            <p:nvPr/>
          </p:nvSpPr>
          <p:spPr>
            <a:xfrm rot="5400000">
              <a:off x="1775520" y="151524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3" name="Google Shape;1444;p28"/>
            <p:cNvSpPr/>
            <p:nvPr/>
          </p:nvSpPr>
          <p:spPr>
            <a:xfrm rot="5400000">
              <a:off x="1775520" y="158940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24" name="Google Shape;1445;p28"/>
          <p:cNvGrpSpPr/>
          <p:nvPr/>
        </p:nvGrpSpPr>
        <p:grpSpPr>
          <a:xfrm>
            <a:off x="1893960" y="4488120"/>
            <a:ext cx="26640" cy="174600"/>
            <a:chOff x="1893960" y="4488120"/>
            <a:chExt cx="26640" cy="174600"/>
          </a:xfrm>
        </p:grpSpPr>
        <p:sp>
          <p:nvSpPr>
            <p:cNvPr id="925" name="Google Shape;1446;p28"/>
            <p:cNvSpPr/>
            <p:nvPr/>
          </p:nvSpPr>
          <p:spPr>
            <a:xfrm rot="5400000">
              <a:off x="1893960" y="44881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6" name="Google Shape;1447;p28"/>
            <p:cNvSpPr/>
            <p:nvPr/>
          </p:nvSpPr>
          <p:spPr>
            <a:xfrm rot="5400000">
              <a:off x="1893960" y="45619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7" name="Google Shape;1448;p28"/>
            <p:cNvSpPr/>
            <p:nvPr/>
          </p:nvSpPr>
          <p:spPr>
            <a:xfrm rot="5400000">
              <a:off x="1893960" y="463608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28" name="Google Shape;1449;p28"/>
          <p:cNvGrpSpPr/>
          <p:nvPr/>
        </p:nvGrpSpPr>
        <p:grpSpPr>
          <a:xfrm>
            <a:off x="483120" y="4066920"/>
            <a:ext cx="26640" cy="174600"/>
            <a:chOff x="483120" y="4066920"/>
            <a:chExt cx="26640" cy="174600"/>
          </a:xfrm>
        </p:grpSpPr>
        <p:sp>
          <p:nvSpPr>
            <p:cNvPr id="929" name="Google Shape;1450;p28"/>
            <p:cNvSpPr/>
            <p:nvPr/>
          </p:nvSpPr>
          <p:spPr>
            <a:xfrm rot="5400000">
              <a:off x="483120" y="40669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0" name="Google Shape;1451;p28"/>
            <p:cNvSpPr/>
            <p:nvPr/>
          </p:nvSpPr>
          <p:spPr>
            <a:xfrm rot="5400000">
              <a:off x="483120" y="41407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1" name="Google Shape;1452;p28"/>
            <p:cNvSpPr/>
            <p:nvPr/>
          </p:nvSpPr>
          <p:spPr>
            <a:xfrm rot="5400000">
              <a:off x="483120" y="421488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2" name="Google Shape;1454;p29"/>
          <p:cNvGrpSpPr/>
          <p:nvPr/>
        </p:nvGrpSpPr>
        <p:grpSpPr>
          <a:xfrm>
            <a:off x="262080" y="-1080"/>
            <a:ext cx="8550000" cy="3981240"/>
            <a:chOff x="262080" y="-1080"/>
            <a:chExt cx="8550000" cy="3981240"/>
          </a:xfrm>
        </p:grpSpPr>
        <p:cxnSp>
          <p:nvCxnSpPr>
            <p:cNvPr id="933" name="Google Shape;1455;p29"/>
            <p:cNvCxnSpPr/>
            <p:nvPr/>
          </p:nvCxnSpPr>
          <p:spPr>
            <a:xfrm>
              <a:off x="515880" y="-1080"/>
              <a:ext cx="360" cy="398160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cxnSp>
          <p:nvCxnSpPr>
            <p:cNvPr id="934" name="Google Shape;1456;p29"/>
            <p:cNvCxnSpPr/>
            <p:nvPr/>
          </p:nvCxnSpPr>
          <p:spPr>
            <a:xfrm>
              <a:off x="8665920" y="-1080"/>
              <a:ext cx="360" cy="190224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grpSp>
          <p:nvGrpSpPr>
            <p:cNvPr id="935" name="Google Shape;1457;p29"/>
            <p:cNvGrpSpPr/>
            <p:nvPr/>
          </p:nvGrpSpPr>
          <p:grpSpPr>
            <a:xfrm>
              <a:off x="343440" y="3301200"/>
              <a:ext cx="344520" cy="344880"/>
              <a:chOff x="343440" y="3301200"/>
              <a:chExt cx="344520" cy="344880"/>
            </a:xfrm>
          </p:grpSpPr>
          <p:sp>
            <p:nvSpPr>
              <p:cNvPr id="936" name="Google Shape;1458;p29"/>
              <p:cNvSpPr/>
              <p:nvPr/>
            </p:nvSpPr>
            <p:spPr>
              <a:xfrm rot="10800000">
                <a:off x="348840" y="3306960"/>
                <a:ext cx="333360" cy="333360"/>
              </a:xfrm>
              <a:custGeom>
                <a:avLst/>
                <a:gdLst>
                  <a:gd name="textAreaLeft" fmla="*/ 0 w 333360"/>
                  <a:gd name="textAreaRight" fmla="*/ 333720 w 333360"/>
                  <a:gd name="textAreaTop" fmla="*/ 0 h 333360"/>
                  <a:gd name="textAreaBottom" fmla="*/ 333720 h 33336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7" name="Google Shape;1459;p29"/>
              <p:cNvSpPr/>
              <p:nvPr/>
            </p:nvSpPr>
            <p:spPr>
              <a:xfrm rot="10800000">
                <a:off x="343440" y="3301200"/>
                <a:ext cx="344520" cy="344880"/>
              </a:xfrm>
              <a:custGeom>
                <a:avLst/>
                <a:gdLst>
                  <a:gd name="textAreaLeft" fmla="*/ 0 w 344520"/>
                  <a:gd name="textAreaRight" fmla="*/ 344880 w 344520"/>
                  <a:gd name="textAreaTop" fmla="*/ 0 h 344880"/>
                  <a:gd name="textAreaBottom" fmla="*/ 345240 h 34488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8" name="Google Shape;1460;p29"/>
              <p:cNvSpPr/>
              <p:nvPr/>
            </p:nvSpPr>
            <p:spPr>
              <a:xfrm rot="10800000">
                <a:off x="422640" y="3380760"/>
                <a:ext cx="186480" cy="186480"/>
              </a:xfrm>
              <a:custGeom>
                <a:avLst/>
                <a:gdLst>
                  <a:gd name="textAreaLeft" fmla="*/ 0 w 186480"/>
                  <a:gd name="textAreaRight" fmla="*/ 186840 w 18648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9" name="Google Shape;1461;p29"/>
              <p:cNvSpPr/>
              <p:nvPr/>
            </p:nvSpPr>
            <p:spPr>
              <a:xfrm rot="10800000">
                <a:off x="416520" y="3375000"/>
                <a:ext cx="197640" cy="197640"/>
              </a:xfrm>
              <a:custGeom>
                <a:avLst/>
                <a:gdLst>
                  <a:gd name="textAreaLeft" fmla="*/ 0 w 197640"/>
                  <a:gd name="textAreaRight" fmla="*/ 198000 w 197640"/>
                  <a:gd name="textAreaTop" fmla="*/ 0 h 197640"/>
                  <a:gd name="textAreaBottom" fmla="*/ 198000 h 19764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40" name="Google Shape;1462;p29"/>
            <p:cNvGrpSpPr/>
            <p:nvPr/>
          </p:nvGrpSpPr>
          <p:grpSpPr>
            <a:xfrm>
              <a:off x="8520480" y="714960"/>
              <a:ext cx="291600" cy="292320"/>
              <a:chOff x="8520480" y="714960"/>
              <a:chExt cx="291600" cy="292320"/>
            </a:xfrm>
          </p:grpSpPr>
          <p:sp>
            <p:nvSpPr>
              <p:cNvPr id="941" name="Google Shape;1463;p29"/>
              <p:cNvSpPr/>
              <p:nvPr/>
            </p:nvSpPr>
            <p:spPr>
              <a:xfrm rot="10800000">
                <a:off x="8524800" y="72000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2" name="Google Shape;1464;p29"/>
              <p:cNvSpPr/>
              <p:nvPr/>
            </p:nvSpPr>
            <p:spPr>
              <a:xfrm rot="10800000">
                <a:off x="8520480" y="71496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3" name="Google Shape;1465;p29"/>
              <p:cNvSpPr/>
              <p:nvPr/>
            </p:nvSpPr>
            <p:spPr>
              <a:xfrm rot="10800000">
                <a:off x="8587080" y="78228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4" name="Google Shape;1466;p29"/>
              <p:cNvSpPr/>
              <p:nvPr/>
            </p:nvSpPr>
            <p:spPr>
              <a:xfrm rot="10800000">
                <a:off x="8582040" y="77760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45" name="Google Shape;1467;p29"/>
            <p:cNvGrpSpPr/>
            <p:nvPr/>
          </p:nvGrpSpPr>
          <p:grpSpPr>
            <a:xfrm>
              <a:off x="262080" y="465480"/>
              <a:ext cx="507240" cy="507600"/>
              <a:chOff x="262080" y="465480"/>
              <a:chExt cx="507240" cy="507600"/>
            </a:xfrm>
          </p:grpSpPr>
          <p:sp>
            <p:nvSpPr>
              <p:cNvPr id="946" name="Google Shape;1468;p29"/>
              <p:cNvSpPr/>
              <p:nvPr/>
            </p:nvSpPr>
            <p:spPr>
              <a:xfrm rot="10800000">
                <a:off x="266040" y="469800"/>
                <a:ext cx="499320" cy="498960"/>
              </a:xfrm>
              <a:custGeom>
                <a:avLst/>
                <a:gdLst>
                  <a:gd name="textAreaLeft" fmla="*/ 0 w 499320"/>
                  <a:gd name="textAreaRight" fmla="*/ 499680 w 499320"/>
                  <a:gd name="textAreaTop" fmla="*/ 0 h 498960"/>
                  <a:gd name="textAreaBottom" fmla="*/ 499320 h 49896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7" name="Google Shape;1469;p29"/>
              <p:cNvSpPr/>
              <p:nvPr/>
            </p:nvSpPr>
            <p:spPr>
              <a:xfrm rot="10800000">
                <a:off x="262080" y="465480"/>
                <a:ext cx="507240" cy="507600"/>
              </a:xfrm>
              <a:custGeom>
                <a:avLst/>
                <a:gdLst>
                  <a:gd name="textAreaLeft" fmla="*/ 0 w 507240"/>
                  <a:gd name="textAreaRight" fmla="*/ 507600 w 507240"/>
                  <a:gd name="textAreaTop" fmla="*/ 0 h 507600"/>
                  <a:gd name="textAreaBottom" fmla="*/ 507960 h 50760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8" name="Google Shape;1470;p29"/>
              <p:cNvSpPr/>
              <p:nvPr/>
            </p:nvSpPr>
            <p:spPr>
              <a:xfrm rot="10800000">
                <a:off x="329400" y="532800"/>
                <a:ext cx="372960" cy="372600"/>
              </a:xfrm>
              <a:custGeom>
                <a:avLst/>
                <a:gdLst>
                  <a:gd name="textAreaLeft" fmla="*/ 0 w 372960"/>
                  <a:gd name="textAreaRight" fmla="*/ 373320 w 372960"/>
                  <a:gd name="textAreaTop" fmla="*/ 0 h 372600"/>
                  <a:gd name="textAreaBottom" fmla="*/ 372960 h 37260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9" name="Google Shape;1471;p29"/>
              <p:cNvSpPr/>
              <p:nvPr/>
            </p:nvSpPr>
            <p:spPr>
              <a:xfrm rot="10800000">
                <a:off x="325080" y="528480"/>
                <a:ext cx="380880" cy="381240"/>
              </a:xfrm>
              <a:custGeom>
                <a:avLst/>
                <a:gdLst>
                  <a:gd name="textAreaLeft" fmla="*/ 0 w 380880"/>
                  <a:gd name="textAreaRight" fmla="*/ 381240 w 380880"/>
                  <a:gd name="textAreaTop" fmla="*/ 0 h 381240"/>
                  <a:gd name="textAreaBottom" fmla="*/ 381600 h 3812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0" name="Google Shape;1472;p29"/>
              <p:cNvSpPr/>
              <p:nvPr/>
            </p:nvSpPr>
            <p:spPr>
              <a:xfrm rot="10800000">
                <a:off x="398160" y="601560"/>
                <a:ext cx="235440" cy="235440"/>
              </a:xfrm>
              <a:custGeom>
                <a:avLst/>
                <a:gdLst>
                  <a:gd name="textAreaLeft" fmla="*/ 0 w 235440"/>
                  <a:gd name="textAreaRight" fmla="*/ 235800 w 235440"/>
                  <a:gd name="textAreaTop" fmla="*/ 0 h 235440"/>
                  <a:gd name="textAreaBottom" fmla="*/ 235800 h 23544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1" name="Google Shape;1473;p29"/>
              <p:cNvSpPr/>
              <p:nvPr/>
            </p:nvSpPr>
            <p:spPr>
              <a:xfrm rot="10800000">
                <a:off x="393840" y="597600"/>
                <a:ext cx="243720" cy="243360"/>
              </a:xfrm>
              <a:custGeom>
                <a:avLst/>
                <a:gdLst>
                  <a:gd name="textAreaLeft" fmla="*/ 0 w 243720"/>
                  <a:gd name="textAreaRight" fmla="*/ 244080 w 243720"/>
                  <a:gd name="textAreaTop" fmla="*/ 0 h 243360"/>
                  <a:gd name="textAreaBottom" fmla="*/ 243720 h 24336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2" name="Google Shape;1475;p30"/>
          <p:cNvGrpSpPr/>
          <p:nvPr/>
        </p:nvGrpSpPr>
        <p:grpSpPr>
          <a:xfrm>
            <a:off x="432720" y="0"/>
            <a:ext cx="8278200" cy="5165640"/>
            <a:chOff x="432720" y="0"/>
            <a:chExt cx="8278200" cy="5165640"/>
          </a:xfrm>
        </p:grpSpPr>
        <p:cxnSp>
          <p:nvCxnSpPr>
            <p:cNvPr id="953" name="Google Shape;1476;p30"/>
            <p:cNvCxnSpPr/>
            <p:nvPr/>
          </p:nvCxnSpPr>
          <p:spPr>
            <a:xfrm flipV="1">
              <a:off x="8420040" y="2664000"/>
              <a:ext cx="360" cy="250200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grpSp>
          <p:nvGrpSpPr>
            <p:cNvPr id="954" name="Google Shape;1477;p30"/>
            <p:cNvGrpSpPr/>
            <p:nvPr/>
          </p:nvGrpSpPr>
          <p:grpSpPr>
            <a:xfrm>
              <a:off x="8129520" y="4292280"/>
              <a:ext cx="581400" cy="582120"/>
              <a:chOff x="8129520" y="4292280"/>
              <a:chExt cx="581400" cy="582120"/>
            </a:xfrm>
          </p:grpSpPr>
          <p:sp>
            <p:nvSpPr>
              <p:cNvPr id="955" name="Google Shape;1478;p30"/>
              <p:cNvSpPr/>
              <p:nvPr/>
            </p:nvSpPr>
            <p:spPr>
              <a:xfrm>
                <a:off x="8133840" y="429732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6" name="Google Shape;1479;p30"/>
              <p:cNvSpPr/>
              <p:nvPr/>
            </p:nvSpPr>
            <p:spPr>
              <a:xfrm>
                <a:off x="8129520" y="429228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7" name="Google Shape;1480;p30"/>
              <p:cNvSpPr/>
              <p:nvPr/>
            </p:nvSpPr>
            <p:spPr>
              <a:xfrm>
                <a:off x="8206200" y="436968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8" name="Google Shape;1481;p30"/>
              <p:cNvSpPr/>
              <p:nvPr/>
            </p:nvSpPr>
            <p:spPr>
              <a:xfrm>
                <a:off x="8201880" y="436464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9" name="Google Shape;1482;p30"/>
              <p:cNvSpPr/>
              <p:nvPr/>
            </p:nvSpPr>
            <p:spPr>
              <a:xfrm>
                <a:off x="8284680" y="44481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0" name="Google Shape;1483;p30"/>
              <p:cNvSpPr/>
              <p:nvPr/>
            </p:nvSpPr>
            <p:spPr>
              <a:xfrm>
                <a:off x="8280360" y="444384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61" name="Google Shape;1484;p30"/>
            <p:cNvGrpSpPr/>
            <p:nvPr/>
          </p:nvGrpSpPr>
          <p:grpSpPr>
            <a:xfrm>
              <a:off x="8274240" y="3720600"/>
              <a:ext cx="291600" cy="292320"/>
              <a:chOff x="8274240" y="3720600"/>
              <a:chExt cx="291600" cy="292320"/>
            </a:xfrm>
          </p:grpSpPr>
          <p:sp>
            <p:nvSpPr>
              <p:cNvPr id="962" name="Google Shape;1485;p30"/>
              <p:cNvSpPr/>
              <p:nvPr/>
            </p:nvSpPr>
            <p:spPr>
              <a:xfrm>
                <a:off x="8279280" y="372564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3" name="Google Shape;1486;p30"/>
              <p:cNvSpPr/>
              <p:nvPr/>
            </p:nvSpPr>
            <p:spPr>
              <a:xfrm>
                <a:off x="8274240" y="372060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4" name="Google Shape;1487;p30"/>
              <p:cNvSpPr/>
              <p:nvPr/>
            </p:nvSpPr>
            <p:spPr>
              <a:xfrm>
                <a:off x="8341200" y="37875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5" name="Google Shape;1488;p30"/>
              <p:cNvSpPr/>
              <p:nvPr/>
            </p:nvSpPr>
            <p:spPr>
              <a:xfrm>
                <a:off x="8336520" y="37828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66" name="Google Shape;1489;p30"/>
            <p:cNvGrpSpPr/>
            <p:nvPr/>
          </p:nvGrpSpPr>
          <p:grpSpPr>
            <a:xfrm>
              <a:off x="8332920" y="3212640"/>
              <a:ext cx="174600" cy="174600"/>
              <a:chOff x="8332920" y="3212640"/>
              <a:chExt cx="174600" cy="174600"/>
            </a:xfrm>
          </p:grpSpPr>
          <p:sp>
            <p:nvSpPr>
              <p:cNvPr id="967" name="Google Shape;1490;p30"/>
              <p:cNvSpPr/>
              <p:nvPr/>
            </p:nvSpPr>
            <p:spPr>
              <a:xfrm>
                <a:off x="8337240" y="321768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8" name="Google Shape;1491;p30"/>
              <p:cNvSpPr/>
              <p:nvPr/>
            </p:nvSpPr>
            <p:spPr>
              <a:xfrm>
                <a:off x="8332920" y="321264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9" name="Google Shape;1492;p30"/>
              <p:cNvSpPr/>
              <p:nvPr/>
            </p:nvSpPr>
            <p:spPr>
              <a:xfrm>
                <a:off x="8373960" y="325368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0" name="Google Shape;1493;p30"/>
              <p:cNvSpPr/>
              <p:nvPr/>
            </p:nvSpPr>
            <p:spPr>
              <a:xfrm>
                <a:off x="8368920" y="324936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971" name="Google Shape;1494;p30"/>
            <p:cNvCxnSpPr/>
            <p:nvPr/>
          </p:nvCxnSpPr>
          <p:spPr>
            <a:xfrm>
              <a:off x="723600" y="360"/>
              <a:ext cx="360" cy="250200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grpSp>
          <p:nvGrpSpPr>
            <p:cNvPr id="972" name="Google Shape;1495;p30"/>
            <p:cNvGrpSpPr/>
            <p:nvPr/>
          </p:nvGrpSpPr>
          <p:grpSpPr>
            <a:xfrm>
              <a:off x="433080" y="291960"/>
              <a:ext cx="581400" cy="582120"/>
              <a:chOff x="433080" y="291960"/>
              <a:chExt cx="581400" cy="582120"/>
            </a:xfrm>
          </p:grpSpPr>
          <p:sp>
            <p:nvSpPr>
              <p:cNvPr id="973" name="Google Shape;1496;p30"/>
              <p:cNvSpPr/>
              <p:nvPr/>
            </p:nvSpPr>
            <p:spPr>
              <a:xfrm rot="10800000">
                <a:off x="437760" y="29700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4" name="Google Shape;1497;p30"/>
              <p:cNvSpPr/>
              <p:nvPr/>
            </p:nvSpPr>
            <p:spPr>
              <a:xfrm rot="10800000">
                <a:off x="433080" y="29196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5" name="Google Shape;1498;p30"/>
              <p:cNvSpPr/>
              <p:nvPr/>
            </p:nvSpPr>
            <p:spPr>
              <a:xfrm rot="10800000">
                <a:off x="510120" y="36972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6" name="Google Shape;1499;p30"/>
              <p:cNvSpPr/>
              <p:nvPr/>
            </p:nvSpPr>
            <p:spPr>
              <a:xfrm rot="10800000">
                <a:off x="505440" y="36468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7" name="Google Shape;1500;p30"/>
              <p:cNvSpPr/>
              <p:nvPr/>
            </p:nvSpPr>
            <p:spPr>
              <a:xfrm rot="10800000">
                <a:off x="589320" y="4482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8" name="Google Shape;1501;p30"/>
              <p:cNvSpPr/>
              <p:nvPr/>
            </p:nvSpPr>
            <p:spPr>
              <a:xfrm rot="10800000">
                <a:off x="584280" y="44352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79" name="Google Shape;1502;p30"/>
            <p:cNvGrpSpPr/>
            <p:nvPr/>
          </p:nvGrpSpPr>
          <p:grpSpPr>
            <a:xfrm>
              <a:off x="578160" y="1153440"/>
              <a:ext cx="291600" cy="292320"/>
              <a:chOff x="578160" y="1153440"/>
              <a:chExt cx="291600" cy="292320"/>
            </a:xfrm>
          </p:grpSpPr>
          <p:sp>
            <p:nvSpPr>
              <p:cNvPr id="980" name="Google Shape;1503;p30"/>
              <p:cNvSpPr/>
              <p:nvPr/>
            </p:nvSpPr>
            <p:spPr>
              <a:xfrm rot="10800000">
                <a:off x="582480" y="115848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81" name="Google Shape;1504;p30"/>
              <p:cNvSpPr/>
              <p:nvPr/>
            </p:nvSpPr>
            <p:spPr>
              <a:xfrm rot="10800000">
                <a:off x="578160" y="115344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82" name="Google Shape;1505;p30"/>
              <p:cNvSpPr/>
              <p:nvPr/>
            </p:nvSpPr>
            <p:spPr>
              <a:xfrm rot="10800000">
                <a:off x="644760" y="12207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83" name="Google Shape;1506;p30"/>
              <p:cNvSpPr/>
              <p:nvPr/>
            </p:nvSpPr>
            <p:spPr>
              <a:xfrm rot="10800000">
                <a:off x="640080" y="12160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84" name="Google Shape;1507;p30"/>
            <p:cNvGrpSpPr/>
            <p:nvPr/>
          </p:nvGrpSpPr>
          <p:grpSpPr>
            <a:xfrm>
              <a:off x="636480" y="1779120"/>
              <a:ext cx="174600" cy="174600"/>
              <a:chOff x="636480" y="1779120"/>
              <a:chExt cx="174600" cy="174600"/>
            </a:xfrm>
          </p:grpSpPr>
          <p:sp>
            <p:nvSpPr>
              <p:cNvPr id="985" name="Google Shape;1508;p30"/>
              <p:cNvSpPr/>
              <p:nvPr/>
            </p:nvSpPr>
            <p:spPr>
              <a:xfrm rot="10800000">
                <a:off x="641160" y="178344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86" name="Google Shape;1509;p30"/>
              <p:cNvSpPr/>
              <p:nvPr/>
            </p:nvSpPr>
            <p:spPr>
              <a:xfrm rot="10800000">
                <a:off x="636480" y="177912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87" name="Google Shape;1510;p30"/>
              <p:cNvSpPr/>
              <p:nvPr/>
            </p:nvSpPr>
            <p:spPr>
              <a:xfrm rot="10800000">
                <a:off x="677880" y="181980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88" name="Google Shape;1511;p30"/>
              <p:cNvSpPr/>
              <p:nvPr/>
            </p:nvSpPr>
            <p:spPr>
              <a:xfrm rot="10800000">
                <a:off x="672840" y="181548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89" name="Google Shape;1512;p30"/>
            <p:cNvGrpSpPr/>
            <p:nvPr/>
          </p:nvGrpSpPr>
          <p:grpSpPr>
            <a:xfrm>
              <a:off x="432720" y="2003040"/>
              <a:ext cx="174960" cy="26640"/>
              <a:chOff x="432720" y="2003040"/>
              <a:chExt cx="174960" cy="26640"/>
            </a:xfrm>
          </p:grpSpPr>
          <p:sp>
            <p:nvSpPr>
              <p:cNvPr id="990" name="Google Shape;1513;p30"/>
              <p:cNvSpPr/>
              <p:nvPr/>
            </p:nvSpPr>
            <p:spPr>
              <a:xfrm>
                <a:off x="432720" y="200304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1" name="Google Shape;1514;p30"/>
              <p:cNvSpPr/>
              <p:nvPr/>
            </p:nvSpPr>
            <p:spPr>
              <a:xfrm>
                <a:off x="506880" y="200304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2" name="Google Shape;1515;p30"/>
              <p:cNvSpPr/>
              <p:nvPr/>
            </p:nvSpPr>
            <p:spPr>
              <a:xfrm>
                <a:off x="581040" y="200304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93" name="Google Shape;1516;p30"/>
            <p:cNvGrpSpPr/>
            <p:nvPr/>
          </p:nvGrpSpPr>
          <p:grpSpPr>
            <a:xfrm>
              <a:off x="788040" y="208440"/>
              <a:ext cx="174600" cy="26640"/>
              <a:chOff x="788040" y="208440"/>
              <a:chExt cx="174600" cy="26640"/>
            </a:xfrm>
          </p:grpSpPr>
          <p:sp>
            <p:nvSpPr>
              <p:cNvPr id="994" name="Google Shape;1517;p30"/>
              <p:cNvSpPr/>
              <p:nvPr/>
            </p:nvSpPr>
            <p:spPr>
              <a:xfrm>
                <a:off x="788040" y="20844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5" name="Google Shape;1518;p30"/>
              <p:cNvSpPr/>
              <p:nvPr/>
            </p:nvSpPr>
            <p:spPr>
              <a:xfrm>
                <a:off x="862200" y="20844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6" name="Google Shape;1519;p30"/>
              <p:cNvSpPr/>
              <p:nvPr/>
            </p:nvSpPr>
            <p:spPr>
              <a:xfrm>
                <a:off x="936000" y="20844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97" name="Google Shape;1520;p30"/>
            <p:cNvGrpSpPr/>
            <p:nvPr/>
          </p:nvGrpSpPr>
          <p:grpSpPr>
            <a:xfrm>
              <a:off x="8129520" y="4988880"/>
              <a:ext cx="174600" cy="26640"/>
              <a:chOff x="8129520" y="4988880"/>
              <a:chExt cx="174600" cy="26640"/>
            </a:xfrm>
          </p:grpSpPr>
          <p:sp>
            <p:nvSpPr>
              <p:cNvPr id="998" name="Google Shape;1521;p30"/>
              <p:cNvSpPr/>
              <p:nvPr/>
            </p:nvSpPr>
            <p:spPr>
              <a:xfrm>
                <a:off x="8129520" y="498888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9" name="Google Shape;1522;p30"/>
              <p:cNvSpPr/>
              <p:nvPr/>
            </p:nvSpPr>
            <p:spPr>
              <a:xfrm>
                <a:off x="8203320" y="498888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00" name="Google Shape;1523;p30"/>
              <p:cNvSpPr/>
              <p:nvPr/>
            </p:nvSpPr>
            <p:spPr>
              <a:xfrm>
                <a:off x="8277480" y="498888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01" name="Google Shape;1524;p30"/>
            <p:cNvGrpSpPr/>
            <p:nvPr/>
          </p:nvGrpSpPr>
          <p:grpSpPr>
            <a:xfrm>
              <a:off x="8497440" y="3429360"/>
              <a:ext cx="174600" cy="26640"/>
              <a:chOff x="8497440" y="3429360"/>
              <a:chExt cx="174600" cy="26640"/>
            </a:xfrm>
          </p:grpSpPr>
          <p:sp>
            <p:nvSpPr>
              <p:cNvPr id="1002" name="Google Shape;1525;p30"/>
              <p:cNvSpPr/>
              <p:nvPr/>
            </p:nvSpPr>
            <p:spPr>
              <a:xfrm>
                <a:off x="8497440" y="342936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03" name="Google Shape;1526;p30"/>
              <p:cNvSpPr/>
              <p:nvPr/>
            </p:nvSpPr>
            <p:spPr>
              <a:xfrm>
                <a:off x="8571600" y="342936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04" name="Google Shape;1527;p30"/>
              <p:cNvSpPr/>
              <p:nvPr/>
            </p:nvSpPr>
            <p:spPr>
              <a:xfrm>
                <a:off x="8645400" y="342936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005" name="Google Shape;1528;p30"/>
            <p:cNvCxnSpPr/>
            <p:nvPr/>
          </p:nvCxnSpPr>
          <p:spPr>
            <a:xfrm>
              <a:off x="8407080" y="0"/>
              <a:ext cx="360" cy="216108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cxnSp>
          <p:nvCxnSpPr>
            <p:cNvPr id="1006" name="Google Shape;1529;p30"/>
            <p:cNvCxnSpPr/>
            <p:nvPr/>
          </p:nvCxnSpPr>
          <p:spPr>
            <a:xfrm>
              <a:off x="717840" y="2985480"/>
              <a:ext cx="360" cy="216108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sp>
          <p:nvSpPr>
            <p:cNvPr id="1007" name="Google Shape;1530;p30"/>
            <p:cNvSpPr/>
            <p:nvPr/>
          </p:nvSpPr>
          <p:spPr>
            <a:xfrm>
              <a:off x="671760" y="4587840"/>
              <a:ext cx="92160" cy="92160"/>
            </a:xfrm>
            <a:prstGeom prst="ellipse">
              <a:avLst/>
            </a:prstGeom>
            <a:solidFill>
              <a:srgbClr val="595959"/>
            </a:solidFill>
            <a:ln w="9525">
              <a:solidFill>
                <a:srgbClr val="59595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8" name="Google Shape;1531;p30"/>
            <p:cNvSpPr/>
            <p:nvPr/>
          </p:nvSpPr>
          <p:spPr>
            <a:xfrm>
              <a:off x="671760" y="3940200"/>
              <a:ext cx="92160" cy="92160"/>
            </a:xfrm>
            <a:prstGeom prst="ellipse">
              <a:avLst/>
            </a:prstGeom>
            <a:solidFill>
              <a:srgbClr val="595959"/>
            </a:solidFill>
            <a:ln w="9525">
              <a:solidFill>
                <a:srgbClr val="59595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9" name="Google Shape;1532;p30"/>
            <p:cNvSpPr/>
            <p:nvPr/>
          </p:nvSpPr>
          <p:spPr>
            <a:xfrm>
              <a:off x="8361000" y="1453680"/>
              <a:ext cx="92160" cy="92160"/>
            </a:xfrm>
            <a:prstGeom prst="ellipse">
              <a:avLst/>
            </a:prstGeom>
            <a:solidFill>
              <a:srgbClr val="595959"/>
            </a:solidFill>
            <a:ln w="9525">
              <a:solidFill>
                <a:srgbClr val="59595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0" name="Google Shape;1533;p30"/>
            <p:cNvSpPr/>
            <p:nvPr/>
          </p:nvSpPr>
          <p:spPr>
            <a:xfrm>
              <a:off x="8361000" y="234720"/>
              <a:ext cx="92160" cy="92160"/>
            </a:xfrm>
            <a:prstGeom prst="ellipse">
              <a:avLst/>
            </a:prstGeom>
            <a:solidFill>
              <a:srgbClr val="595959"/>
            </a:solidFill>
            <a:ln w="9525">
              <a:solidFill>
                <a:srgbClr val="59595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1" name="Google Shape;111;p4"/>
          <p:cNvGrpSpPr/>
          <p:nvPr/>
        </p:nvGrpSpPr>
        <p:grpSpPr>
          <a:xfrm>
            <a:off x="4484520" y="4433040"/>
            <a:ext cx="174600" cy="26640"/>
            <a:chOff x="4484520" y="4433040"/>
            <a:chExt cx="174600" cy="26640"/>
          </a:xfrm>
        </p:grpSpPr>
        <p:sp>
          <p:nvSpPr>
            <p:cNvPr id="1012" name="Google Shape;112;p4"/>
            <p:cNvSpPr/>
            <p:nvPr/>
          </p:nvSpPr>
          <p:spPr>
            <a:xfrm>
              <a:off x="4484520" y="44330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3" name="Google Shape;113;p4"/>
            <p:cNvSpPr/>
            <p:nvPr/>
          </p:nvSpPr>
          <p:spPr>
            <a:xfrm>
              <a:off x="4558680" y="44330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4" name="Google Shape;114;p4"/>
            <p:cNvSpPr/>
            <p:nvPr/>
          </p:nvSpPr>
          <p:spPr>
            <a:xfrm>
              <a:off x="4632480" y="44330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15" name="PlaceHolder 1"/>
          <p:cNvSpPr>
            <a:spLocks noGrp="1"/>
          </p:cNvSpPr>
          <p:nvPr>
            <p:ph type="title"/>
          </p:nvPr>
        </p:nvSpPr>
        <p:spPr>
          <a:xfrm>
            <a:off x="1794960" y="2477880"/>
            <a:ext cx="555372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016" name="Google Shape;116;p4"/>
          <p:cNvGrpSpPr/>
          <p:nvPr/>
        </p:nvGrpSpPr>
        <p:grpSpPr>
          <a:xfrm>
            <a:off x="432720" y="0"/>
            <a:ext cx="8278200" cy="5165640"/>
            <a:chOff x="432720" y="0"/>
            <a:chExt cx="8278200" cy="5165640"/>
          </a:xfrm>
        </p:grpSpPr>
        <p:cxnSp>
          <p:nvCxnSpPr>
            <p:cNvPr id="1017" name="Google Shape;117;p4"/>
            <p:cNvCxnSpPr/>
            <p:nvPr/>
          </p:nvCxnSpPr>
          <p:spPr>
            <a:xfrm flipV="1">
              <a:off x="8420040" y="266400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018" name="Google Shape;118;p4"/>
            <p:cNvGrpSpPr/>
            <p:nvPr/>
          </p:nvGrpSpPr>
          <p:grpSpPr>
            <a:xfrm>
              <a:off x="8129520" y="4292280"/>
              <a:ext cx="581400" cy="582120"/>
              <a:chOff x="8129520" y="4292280"/>
              <a:chExt cx="581400" cy="582120"/>
            </a:xfrm>
          </p:grpSpPr>
          <p:sp>
            <p:nvSpPr>
              <p:cNvPr id="1019" name="Google Shape;119;p4"/>
              <p:cNvSpPr/>
              <p:nvPr/>
            </p:nvSpPr>
            <p:spPr>
              <a:xfrm>
                <a:off x="8133840" y="429732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0" name="Google Shape;120;p4"/>
              <p:cNvSpPr/>
              <p:nvPr/>
            </p:nvSpPr>
            <p:spPr>
              <a:xfrm>
                <a:off x="8129520" y="429228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1" name="Google Shape;121;p4"/>
              <p:cNvSpPr/>
              <p:nvPr/>
            </p:nvSpPr>
            <p:spPr>
              <a:xfrm>
                <a:off x="8206200" y="436968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2" name="Google Shape;122;p4"/>
              <p:cNvSpPr/>
              <p:nvPr/>
            </p:nvSpPr>
            <p:spPr>
              <a:xfrm>
                <a:off x="8201880" y="436464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3" name="Google Shape;123;p4"/>
              <p:cNvSpPr/>
              <p:nvPr/>
            </p:nvSpPr>
            <p:spPr>
              <a:xfrm>
                <a:off x="8284680" y="44481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4" name="Google Shape;124;p4"/>
              <p:cNvSpPr/>
              <p:nvPr/>
            </p:nvSpPr>
            <p:spPr>
              <a:xfrm>
                <a:off x="8280360" y="444384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25" name="Google Shape;125;p4"/>
            <p:cNvGrpSpPr/>
            <p:nvPr/>
          </p:nvGrpSpPr>
          <p:grpSpPr>
            <a:xfrm>
              <a:off x="8274240" y="3720600"/>
              <a:ext cx="291600" cy="292320"/>
              <a:chOff x="8274240" y="3720600"/>
              <a:chExt cx="291600" cy="292320"/>
            </a:xfrm>
          </p:grpSpPr>
          <p:sp>
            <p:nvSpPr>
              <p:cNvPr id="1026" name="Google Shape;126;p4"/>
              <p:cNvSpPr/>
              <p:nvPr/>
            </p:nvSpPr>
            <p:spPr>
              <a:xfrm>
                <a:off x="8279280" y="372564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7" name="Google Shape;127;p4"/>
              <p:cNvSpPr/>
              <p:nvPr/>
            </p:nvSpPr>
            <p:spPr>
              <a:xfrm>
                <a:off x="8274240" y="372060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8" name="Google Shape;128;p4"/>
              <p:cNvSpPr/>
              <p:nvPr/>
            </p:nvSpPr>
            <p:spPr>
              <a:xfrm>
                <a:off x="8341200" y="37875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9" name="Google Shape;129;p4"/>
              <p:cNvSpPr/>
              <p:nvPr/>
            </p:nvSpPr>
            <p:spPr>
              <a:xfrm>
                <a:off x="8336520" y="37828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30" name="Google Shape;130;p4"/>
            <p:cNvGrpSpPr/>
            <p:nvPr/>
          </p:nvGrpSpPr>
          <p:grpSpPr>
            <a:xfrm>
              <a:off x="8332920" y="3212640"/>
              <a:ext cx="174600" cy="174600"/>
              <a:chOff x="8332920" y="3212640"/>
              <a:chExt cx="174600" cy="174600"/>
            </a:xfrm>
          </p:grpSpPr>
          <p:sp>
            <p:nvSpPr>
              <p:cNvPr id="1031" name="Google Shape;131;p4"/>
              <p:cNvSpPr/>
              <p:nvPr/>
            </p:nvSpPr>
            <p:spPr>
              <a:xfrm>
                <a:off x="8337240" y="321768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2" name="Google Shape;132;p4"/>
              <p:cNvSpPr/>
              <p:nvPr/>
            </p:nvSpPr>
            <p:spPr>
              <a:xfrm>
                <a:off x="8332920" y="321264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3" name="Google Shape;133;p4"/>
              <p:cNvSpPr/>
              <p:nvPr/>
            </p:nvSpPr>
            <p:spPr>
              <a:xfrm>
                <a:off x="8373960" y="325368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4" name="Google Shape;134;p4"/>
              <p:cNvSpPr/>
              <p:nvPr/>
            </p:nvSpPr>
            <p:spPr>
              <a:xfrm>
                <a:off x="8368920" y="324936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035" name="Google Shape;135;p4"/>
            <p:cNvCxnSpPr/>
            <p:nvPr/>
          </p:nvCxnSpPr>
          <p:spPr>
            <a:xfrm>
              <a:off x="723600" y="36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036" name="Google Shape;136;p4"/>
            <p:cNvGrpSpPr/>
            <p:nvPr/>
          </p:nvGrpSpPr>
          <p:grpSpPr>
            <a:xfrm>
              <a:off x="433080" y="291960"/>
              <a:ext cx="581400" cy="582120"/>
              <a:chOff x="433080" y="291960"/>
              <a:chExt cx="581400" cy="582120"/>
            </a:xfrm>
          </p:grpSpPr>
          <p:sp>
            <p:nvSpPr>
              <p:cNvPr id="1037" name="Google Shape;137;p4"/>
              <p:cNvSpPr/>
              <p:nvPr/>
            </p:nvSpPr>
            <p:spPr>
              <a:xfrm rot="10800000">
                <a:off x="437760" y="29700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8" name="Google Shape;138;p4"/>
              <p:cNvSpPr/>
              <p:nvPr/>
            </p:nvSpPr>
            <p:spPr>
              <a:xfrm rot="10800000">
                <a:off x="433080" y="29196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9" name="Google Shape;139;p4"/>
              <p:cNvSpPr/>
              <p:nvPr/>
            </p:nvSpPr>
            <p:spPr>
              <a:xfrm rot="10800000">
                <a:off x="510120" y="36972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0" name="Google Shape;140;p4"/>
              <p:cNvSpPr/>
              <p:nvPr/>
            </p:nvSpPr>
            <p:spPr>
              <a:xfrm rot="10800000">
                <a:off x="505440" y="36468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1" name="Google Shape;141;p4"/>
              <p:cNvSpPr/>
              <p:nvPr/>
            </p:nvSpPr>
            <p:spPr>
              <a:xfrm rot="10800000">
                <a:off x="589320" y="4482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2" name="Google Shape;142;p4"/>
              <p:cNvSpPr/>
              <p:nvPr/>
            </p:nvSpPr>
            <p:spPr>
              <a:xfrm rot="10800000">
                <a:off x="584280" y="44352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43" name="Google Shape;143;p4"/>
            <p:cNvGrpSpPr/>
            <p:nvPr/>
          </p:nvGrpSpPr>
          <p:grpSpPr>
            <a:xfrm>
              <a:off x="578160" y="1153440"/>
              <a:ext cx="291600" cy="292320"/>
              <a:chOff x="578160" y="1153440"/>
              <a:chExt cx="291600" cy="292320"/>
            </a:xfrm>
          </p:grpSpPr>
          <p:sp>
            <p:nvSpPr>
              <p:cNvPr id="1044" name="Google Shape;144;p4"/>
              <p:cNvSpPr/>
              <p:nvPr/>
            </p:nvSpPr>
            <p:spPr>
              <a:xfrm rot="10800000">
                <a:off x="582480" y="115848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5" name="Google Shape;145;p4"/>
              <p:cNvSpPr/>
              <p:nvPr/>
            </p:nvSpPr>
            <p:spPr>
              <a:xfrm rot="10800000">
                <a:off x="578160" y="115344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6" name="Google Shape;146;p4"/>
              <p:cNvSpPr/>
              <p:nvPr/>
            </p:nvSpPr>
            <p:spPr>
              <a:xfrm rot="10800000">
                <a:off x="644760" y="12207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7" name="Google Shape;147;p4"/>
              <p:cNvSpPr/>
              <p:nvPr/>
            </p:nvSpPr>
            <p:spPr>
              <a:xfrm rot="10800000">
                <a:off x="640080" y="12160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48" name="Google Shape;148;p4"/>
            <p:cNvGrpSpPr/>
            <p:nvPr/>
          </p:nvGrpSpPr>
          <p:grpSpPr>
            <a:xfrm>
              <a:off x="636480" y="1779120"/>
              <a:ext cx="174600" cy="174600"/>
              <a:chOff x="636480" y="1779120"/>
              <a:chExt cx="174600" cy="174600"/>
            </a:xfrm>
          </p:grpSpPr>
          <p:sp>
            <p:nvSpPr>
              <p:cNvPr id="1049" name="Google Shape;149;p4"/>
              <p:cNvSpPr/>
              <p:nvPr/>
            </p:nvSpPr>
            <p:spPr>
              <a:xfrm rot="10800000">
                <a:off x="641160" y="178344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0" name="Google Shape;150;p4"/>
              <p:cNvSpPr/>
              <p:nvPr/>
            </p:nvSpPr>
            <p:spPr>
              <a:xfrm rot="10800000">
                <a:off x="636480" y="177912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1" name="Google Shape;151;p4"/>
              <p:cNvSpPr/>
              <p:nvPr/>
            </p:nvSpPr>
            <p:spPr>
              <a:xfrm rot="10800000">
                <a:off x="677880" y="181980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2" name="Google Shape;152;p4"/>
              <p:cNvSpPr/>
              <p:nvPr/>
            </p:nvSpPr>
            <p:spPr>
              <a:xfrm rot="10800000">
                <a:off x="672840" y="181548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53" name="Google Shape;153;p4"/>
            <p:cNvGrpSpPr/>
            <p:nvPr/>
          </p:nvGrpSpPr>
          <p:grpSpPr>
            <a:xfrm>
              <a:off x="432720" y="2003040"/>
              <a:ext cx="174960" cy="26640"/>
              <a:chOff x="432720" y="2003040"/>
              <a:chExt cx="174960" cy="26640"/>
            </a:xfrm>
          </p:grpSpPr>
          <p:sp>
            <p:nvSpPr>
              <p:cNvPr id="1054" name="Google Shape;154;p4"/>
              <p:cNvSpPr/>
              <p:nvPr/>
            </p:nvSpPr>
            <p:spPr>
              <a:xfrm>
                <a:off x="43272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5" name="Google Shape;155;p4"/>
              <p:cNvSpPr/>
              <p:nvPr/>
            </p:nvSpPr>
            <p:spPr>
              <a:xfrm>
                <a:off x="50688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6" name="Google Shape;156;p4"/>
              <p:cNvSpPr/>
              <p:nvPr/>
            </p:nvSpPr>
            <p:spPr>
              <a:xfrm>
                <a:off x="58104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57" name="Google Shape;157;p4"/>
            <p:cNvGrpSpPr/>
            <p:nvPr/>
          </p:nvGrpSpPr>
          <p:grpSpPr>
            <a:xfrm>
              <a:off x="788040" y="208440"/>
              <a:ext cx="174600" cy="26640"/>
              <a:chOff x="788040" y="208440"/>
              <a:chExt cx="174600" cy="26640"/>
            </a:xfrm>
          </p:grpSpPr>
          <p:sp>
            <p:nvSpPr>
              <p:cNvPr id="1058" name="Google Shape;158;p4"/>
              <p:cNvSpPr/>
              <p:nvPr/>
            </p:nvSpPr>
            <p:spPr>
              <a:xfrm>
                <a:off x="78804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9" name="Google Shape;159;p4"/>
              <p:cNvSpPr/>
              <p:nvPr/>
            </p:nvSpPr>
            <p:spPr>
              <a:xfrm>
                <a:off x="8622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0" name="Google Shape;160;p4"/>
              <p:cNvSpPr/>
              <p:nvPr/>
            </p:nvSpPr>
            <p:spPr>
              <a:xfrm>
                <a:off x="9360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61" name="Google Shape;161;p4"/>
            <p:cNvGrpSpPr/>
            <p:nvPr/>
          </p:nvGrpSpPr>
          <p:grpSpPr>
            <a:xfrm>
              <a:off x="8129520" y="4988880"/>
              <a:ext cx="174600" cy="26640"/>
              <a:chOff x="8129520" y="4988880"/>
              <a:chExt cx="174600" cy="26640"/>
            </a:xfrm>
          </p:grpSpPr>
          <p:sp>
            <p:nvSpPr>
              <p:cNvPr id="1062" name="Google Shape;162;p4"/>
              <p:cNvSpPr/>
              <p:nvPr/>
            </p:nvSpPr>
            <p:spPr>
              <a:xfrm>
                <a:off x="81295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3" name="Google Shape;163;p4"/>
              <p:cNvSpPr/>
              <p:nvPr/>
            </p:nvSpPr>
            <p:spPr>
              <a:xfrm>
                <a:off x="82033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4" name="Google Shape;164;p4"/>
              <p:cNvSpPr/>
              <p:nvPr/>
            </p:nvSpPr>
            <p:spPr>
              <a:xfrm>
                <a:off x="827748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65" name="Google Shape;165;p4"/>
            <p:cNvGrpSpPr/>
            <p:nvPr/>
          </p:nvGrpSpPr>
          <p:grpSpPr>
            <a:xfrm>
              <a:off x="8497440" y="3429360"/>
              <a:ext cx="174600" cy="26640"/>
              <a:chOff x="8497440" y="3429360"/>
              <a:chExt cx="174600" cy="26640"/>
            </a:xfrm>
          </p:grpSpPr>
          <p:sp>
            <p:nvSpPr>
              <p:cNvPr id="1066" name="Google Shape;166;p4"/>
              <p:cNvSpPr/>
              <p:nvPr/>
            </p:nvSpPr>
            <p:spPr>
              <a:xfrm>
                <a:off x="849744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7" name="Google Shape;167;p4"/>
              <p:cNvSpPr/>
              <p:nvPr/>
            </p:nvSpPr>
            <p:spPr>
              <a:xfrm>
                <a:off x="85716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8" name="Google Shape;168;p4"/>
              <p:cNvSpPr/>
              <p:nvPr/>
            </p:nvSpPr>
            <p:spPr>
              <a:xfrm>
                <a:off x="86454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069" name="Google Shape;169;p4"/>
            <p:cNvCxnSpPr/>
            <p:nvPr/>
          </p:nvCxnSpPr>
          <p:spPr>
            <a:xfrm>
              <a:off x="8407080" y="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1070" name="Google Shape;170;p4"/>
            <p:cNvCxnSpPr/>
            <p:nvPr/>
          </p:nvCxnSpPr>
          <p:spPr>
            <a:xfrm>
              <a:off x="717840" y="298548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sp>
          <p:nvSpPr>
            <p:cNvPr id="1071" name="Google Shape;171;p4"/>
            <p:cNvSpPr/>
            <p:nvPr/>
          </p:nvSpPr>
          <p:spPr>
            <a:xfrm>
              <a:off x="671760" y="458784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2" name="Google Shape;172;p4"/>
            <p:cNvSpPr/>
            <p:nvPr/>
          </p:nvSpPr>
          <p:spPr>
            <a:xfrm>
              <a:off x="671760" y="394020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3" name="Google Shape;173;p4"/>
            <p:cNvSpPr/>
            <p:nvPr/>
          </p:nvSpPr>
          <p:spPr>
            <a:xfrm>
              <a:off x="8361000" y="145368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4" name="Google Shape;174;p4"/>
            <p:cNvSpPr/>
            <p:nvPr/>
          </p:nvSpPr>
          <p:spPr>
            <a:xfrm>
              <a:off x="8361000" y="23472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7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6" name="Google Shape;1535;p31"/>
          <p:cNvGrpSpPr/>
          <p:nvPr/>
        </p:nvGrpSpPr>
        <p:grpSpPr>
          <a:xfrm>
            <a:off x="-6840" y="-6480"/>
            <a:ext cx="9152280" cy="5101560"/>
            <a:chOff x="-6840" y="-6480"/>
            <a:chExt cx="9152280" cy="5101560"/>
          </a:xfrm>
        </p:grpSpPr>
        <p:cxnSp>
          <p:nvCxnSpPr>
            <p:cNvPr id="1077" name="Google Shape;1536;p31"/>
            <p:cNvCxnSpPr/>
            <p:nvPr/>
          </p:nvCxnSpPr>
          <p:spPr>
            <a:xfrm>
              <a:off x="2904120" y="4512960"/>
              <a:ext cx="1133280" cy="306720"/>
            </a:xfrm>
            <a:prstGeom prst="straightConnector1">
              <a:avLst/>
            </a:prstGeom>
            <a:ln w="9525">
              <a:solidFill>
                <a:srgbClr val="494949"/>
              </a:solidFill>
              <a:round/>
            </a:ln>
          </p:spPr>
        </p:cxnSp>
        <p:cxnSp>
          <p:nvCxnSpPr>
            <p:cNvPr id="1078" name="Google Shape;1537;p31"/>
            <p:cNvCxnSpPr/>
            <p:nvPr/>
          </p:nvCxnSpPr>
          <p:spPr>
            <a:xfrm flipV="1">
              <a:off x="1562040" y="4492080"/>
              <a:ext cx="1342440" cy="315720"/>
            </a:xfrm>
            <a:prstGeom prst="straightConnector1">
              <a:avLst/>
            </a:prstGeom>
            <a:ln w="9525">
              <a:solidFill>
                <a:srgbClr val="494949"/>
              </a:solidFill>
              <a:round/>
            </a:ln>
          </p:spPr>
        </p:cxnSp>
        <p:cxnSp>
          <p:nvCxnSpPr>
            <p:cNvPr id="1079" name="Google Shape;1538;p31"/>
            <p:cNvCxnSpPr/>
            <p:nvPr/>
          </p:nvCxnSpPr>
          <p:spPr>
            <a:xfrm>
              <a:off x="259200" y="4407840"/>
              <a:ext cx="1332360" cy="392400"/>
            </a:xfrm>
            <a:prstGeom prst="straightConnector1">
              <a:avLst/>
            </a:prstGeom>
            <a:ln w="9525">
              <a:solidFill>
                <a:srgbClr val="494949"/>
              </a:solidFill>
              <a:round/>
            </a:ln>
          </p:spPr>
        </p:cxnSp>
        <p:cxnSp>
          <p:nvCxnSpPr>
            <p:cNvPr id="1080" name="Google Shape;1539;p31"/>
            <p:cNvCxnSpPr/>
            <p:nvPr/>
          </p:nvCxnSpPr>
          <p:spPr>
            <a:xfrm>
              <a:off x="-6840" y="3993480"/>
              <a:ext cx="273960" cy="407520"/>
            </a:xfrm>
            <a:prstGeom prst="straightConnector1">
              <a:avLst/>
            </a:prstGeom>
            <a:ln w="9525">
              <a:solidFill>
                <a:srgbClr val="494949"/>
              </a:solidFill>
              <a:round/>
            </a:ln>
          </p:spPr>
        </p:cxnSp>
        <p:grpSp>
          <p:nvGrpSpPr>
            <p:cNvPr id="1081" name="Google Shape;1540;p31"/>
            <p:cNvGrpSpPr/>
            <p:nvPr/>
          </p:nvGrpSpPr>
          <p:grpSpPr>
            <a:xfrm>
              <a:off x="1278000" y="4512960"/>
              <a:ext cx="581400" cy="582120"/>
              <a:chOff x="1278000" y="4512960"/>
              <a:chExt cx="581400" cy="582120"/>
            </a:xfrm>
          </p:grpSpPr>
          <p:sp>
            <p:nvSpPr>
              <p:cNvPr id="1082" name="Google Shape;1541;p31"/>
              <p:cNvSpPr/>
              <p:nvPr/>
            </p:nvSpPr>
            <p:spPr>
              <a:xfrm flipH="1">
                <a:off x="1282680" y="4518000"/>
                <a:ext cx="572400" cy="572040"/>
              </a:xfrm>
              <a:custGeom>
                <a:avLst/>
                <a:gdLst>
                  <a:gd name="textAreaLeft" fmla="*/ 360 w 572400"/>
                  <a:gd name="textAreaRight" fmla="*/ 57312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3" name="Google Shape;1542;p31"/>
              <p:cNvSpPr/>
              <p:nvPr/>
            </p:nvSpPr>
            <p:spPr>
              <a:xfrm flipH="1">
                <a:off x="1277640" y="4512960"/>
                <a:ext cx="581400" cy="582120"/>
              </a:xfrm>
              <a:custGeom>
                <a:avLst/>
                <a:gdLst>
                  <a:gd name="textAreaLeft" fmla="*/ -360 w 581400"/>
                  <a:gd name="textAreaRight" fmla="*/ 58140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4" name="Google Shape;1543;p31"/>
              <p:cNvSpPr/>
              <p:nvPr/>
            </p:nvSpPr>
            <p:spPr>
              <a:xfrm flipH="1">
                <a:off x="1355400" y="4590720"/>
                <a:ext cx="427680" cy="426960"/>
              </a:xfrm>
              <a:custGeom>
                <a:avLst/>
                <a:gdLst>
                  <a:gd name="textAreaLeft" fmla="*/ 360 w 427680"/>
                  <a:gd name="textAreaRight" fmla="*/ 42840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5" name="Google Shape;1544;p31"/>
              <p:cNvSpPr/>
              <p:nvPr/>
            </p:nvSpPr>
            <p:spPr>
              <a:xfrm flipH="1">
                <a:off x="1350000" y="4585680"/>
                <a:ext cx="436680" cy="437040"/>
              </a:xfrm>
              <a:custGeom>
                <a:avLst/>
                <a:gdLst>
                  <a:gd name="textAreaLeft" fmla="*/ -360 w 436680"/>
                  <a:gd name="textAreaRight" fmla="*/ 43668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6" name="Google Shape;1545;p31"/>
              <p:cNvSpPr/>
              <p:nvPr/>
            </p:nvSpPr>
            <p:spPr>
              <a:xfrm flipH="1">
                <a:off x="1434240" y="4669200"/>
                <a:ext cx="270000" cy="270000"/>
              </a:xfrm>
              <a:custGeom>
                <a:avLst/>
                <a:gdLst>
                  <a:gd name="textAreaLeft" fmla="*/ 360 w 270000"/>
                  <a:gd name="textAreaRight" fmla="*/ 27072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7" name="Google Shape;1546;p31"/>
              <p:cNvSpPr/>
              <p:nvPr/>
            </p:nvSpPr>
            <p:spPr>
              <a:xfrm flipH="1">
                <a:off x="1429200" y="4664520"/>
                <a:ext cx="279360" cy="279000"/>
              </a:xfrm>
              <a:custGeom>
                <a:avLst/>
                <a:gdLst>
                  <a:gd name="textAreaLeft" fmla="*/ 360 w 279360"/>
                  <a:gd name="textAreaRight" fmla="*/ 28008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88" name="Google Shape;1547;p31"/>
            <p:cNvGrpSpPr/>
            <p:nvPr/>
          </p:nvGrpSpPr>
          <p:grpSpPr>
            <a:xfrm>
              <a:off x="2747520" y="4340520"/>
              <a:ext cx="291600" cy="292320"/>
              <a:chOff x="2747520" y="4340520"/>
              <a:chExt cx="291600" cy="292320"/>
            </a:xfrm>
          </p:grpSpPr>
          <p:sp>
            <p:nvSpPr>
              <p:cNvPr id="1089" name="Google Shape;1548;p31"/>
              <p:cNvSpPr/>
              <p:nvPr/>
            </p:nvSpPr>
            <p:spPr>
              <a:xfrm flipH="1">
                <a:off x="2752200" y="4345560"/>
                <a:ext cx="282240" cy="282240"/>
              </a:xfrm>
              <a:custGeom>
                <a:avLst/>
                <a:gdLst>
                  <a:gd name="textAreaLeft" fmla="*/ 360 w 282240"/>
                  <a:gd name="textAreaRight" fmla="*/ 28296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0" name="Google Shape;1549;p31"/>
              <p:cNvSpPr/>
              <p:nvPr/>
            </p:nvSpPr>
            <p:spPr>
              <a:xfrm flipH="1">
                <a:off x="2747520" y="4340520"/>
                <a:ext cx="291600" cy="292320"/>
              </a:xfrm>
              <a:custGeom>
                <a:avLst/>
                <a:gdLst>
                  <a:gd name="textAreaLeft" fmla="*/ 360 w 291600"/>
                  <a:gd name="textAreaRight" fmla="*/ 29232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1" name="Google Shape;1550;p31"/>
              <p:cNvSpPr/>
              <p:nvPr/>
            </p:nvSpPr>
            <p:spPr>
              <a:xfrm flipH="1">
                <a:off x="2813760" y="4407480"/>
                <a:ext cx="158040" cy="158040"/>
              </a:xfrm>
              <a:custGeom>
                <a:avLst/>
                <a:gdLst>
                  <a:gd name="textAreaLeft" fmla="*/ -360 w 158040"/>
                  <a:gd name="textAreaRight" fmla="*/ 15804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2" name="Google Shape;1551;p31"/>
              <p:cNvSpPr/>
              <p:nvPr/>
            </p:nvSpPr>
            <p:spPr>
              <a:xfrm flipH="1">
                <a:off x="2808720" y="4402800"/>
                <a:ext cx="167400" cy="167400"/>
              </a:xfrm>
              <a:custGeom>
                <a:avLst/>
                <a:gdLst>
                  <a:gd name="textAreaLeft" fmla="*/ -360 w 167400"/>
                  <a:gd name="textAreaRight" fmla="*/ 16740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93" name="Google Shape;1552;p31"/>
            <p:cNvGrpSpPr/>
            <p:nvPr/>
          </p:nvGrpSpPr>
          <p:grpSpPr>
            <a:xfrm>
              <a:off x="171000" y="4314960"/>
              <a:ext cx="174600" cy="174600"/>
              <a:chOff x="171000" y="4314960"/>
              <a:chExt cx="174600" cy="174600"/>
            </a:xfrm>
          </p:grpSpPr>
          <p:sp>
            <p:nvSpPr>
              <p:cNvPr id="1094" name="Google Shape;1553;p31"/>
              <p:cNvSpPr/>
              <p:nvPr/>
            </p:nvSpPr>
            <p:spPr>
              <a:xfrm flipH="1">
                <a:off x="175680" y="4320000"/>
                <a:ext cx="165600" cy="165240"/>
              </a:xfrm>
              <a:custGeom>
                <a:avLst/>
                <a:gdLst>
                  <a:gd name="textAreaLeft" fmla="*/ 360 w 165600"/>
                  <a:gd name="textAreaRight" fmla="*/ 16632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5" name="Google Shape;1554;p31"/>
              <p:cNvSpPr/>
              <p:nvPr/>
            </p:nvSpPr>
            <p:spPr>
              <a:xfrm flipH="1">
                <a:off x="170640" y="4314960"/>
                <a:ext cx="174600" cy="174600"/>
              </a:xfrm>
              <a:custGeom>
                <a:avLst/>
                <a:gdLst>
                  <a:gd name="textAreaLeft" fmla="*/ -360 w 174600"/>
                  <a:gd name="textAreaRight" fmla="*/ 17460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6" name="Google Shape;1555;p31"/>
              <p:cNvSpPr/>
              <p:nvPr/>
            </p:nvSpPr>
            <p:spPr>
              <a:xfrm flipH="1">
                <a:off x="212400" y="4356360"/>
                <a:ext cx="92160" cy="92880"/>
              </a:xfrm>
              <a:custGeom>
                <a:avLst/>
                <a:gdLst>
                  <a:gd name="textAreaLeft" fmla="*/ 360 w 92160"/>
                  <a:gd name="textAreaRight" fmla="*/ 9288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7" name="Google Shape;1556;p31"/>
              <p:cNvSpPr/>
              <p:nvPr/>
            </p:nvSpPr>
            <p:spPr>
              <a:xfrm flipH="1">
                <a:off x="207360" y="4351680"/>
                <a:ext cx="102240" cy="101520"/>
              </a:xfrm>
              <a:custGeom>
                <a:avLst/>
                <a:gdLst>
                  <a:gd name="textAreaLeft" fmla="*/ 360 w 102240"/>
                  <a:gd name="textAreaRight" fmla="*/ 10296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98" name="Google Shape;1557;p31"/>
            <p:cNvGrpSpPr/>
            <p:nvPr/>
          </p:nvGrpSpPr>
          <p:grpSpPr>
            <a:xfrm>
              <a:off x="3872880" y="4657680"/>
              <a:ext cx="292680" cy="293040"/>
              <a:chOff x="3872880" y="4657680"/>
              <a:chExt cx="292680" cy="293040"/>
            </a:xfrm>
          </p:grpSpPr>
          <p:sp>
            <p:nvSpPr>
              <p:cNvPr id="1099" name="Google Shape;1558;p31"/>
              <p:cNvSpPr/>
              <p:nvPr/>
            </p:nvSpPr>
            <p:spPr>
              <a:xfrm flipH="1">
                <a:off x="3874680" y="4660200"/>
                <a:ext cx="288360" cy="288000"/>
              </a:xfrm>
              <a:custGeom>
                <a:avLst/>
                <a:gdLst>
                  <a:gd name="textAreaLeft" fmla="*/ -360 w 288360"/>
                  <a:gd name="textAreaRight" fmla="*/ 288360 w 288360"/>
                  <a:gd name="textAreaTop" fmla="*/ 0 h 288000"/>
                  <a:gd name="textAreaBottom" fmla="*/ 288360 h 28800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0" name="Google Shape;1559;p31"/>
              <p:cNvSpPr/>
              <p:nvPr/>
            </p:nvSpPr>
            <p:spPr>
              <a:xfrm flipH="1">
                <a:off x="3872520" y="4657680"/>
                <a:ext cx="292680" cy="293040"/>
              </a:xfrm>
              <a:custGeom>
                <a:avLst/>
                <a:gdLst>
                  <a:gd name="textAreaLeft" fmla="*/ -360 w 292680"/>
                  <a:gd name="textAreaRight" fmla="*/ 292680 w 292680"/>
                  <a:gd name="textAreaTop" fmla="*/ 0 h 293040"/>
                  <a:gd name="textAreaBottom" fmla="*/ 293400 h 29304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1" name="Google Shape;1560;p31"/>
              <p:cNvSpPr/>
              <p:nvPr/>
            </p:nvSpPr>
            <p:spPr>
              <a:xfrm flipH="1">
                <a:off x="3911760" y="4696560"/>
                <a:ext cx="215280" cy="214920"/>
              </a:xfrm>
              <a:custGeom>
                <a:avLst/>
                <a:gdLst>
                  <a:gd name="textAreaLeft" fmla="*/ 360 w 215280"/>
                  <a:gd name="textAreaRight" fmla="*/ 216000 w 215280"/>
                  <a:gd name="textAreaTop" fmla="*/ 0 h 214920"/>
                  <a:gd name="textAreaBottom" fmla="*/ 215280 h 21492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2" name="Google Shape;1561;p31"/>
              <p:cNvSpPr/>
              <p:nvPr/>
            </p:nvSpPr>
            <p:spPr>
              <a:xfrm flipH="1">
                <a:off x="3909600" y="4694040"/>
                <a:ext cx="219600" cy="219960"/>
              </a:xfrm>
              <a:custGeom>
                <a:avLst/>
                <a:gdLst>
                  <a:gd name="textAreaLeft" fmla="*/ 360 w 219600"/>
                  <a:gd name="textAreaRight" fmla="*/ 220320 w 219600"/>
                  <a:gd name="textAreaTop" fmla="*/ 0 h 219960"/>
                  <a:gd name="textAreaBottom" fmla="*/ 220320 h 21996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3" name="Google Shape;1562;p31"/>
              <p:cNvSpPr/>
              <p:nvPr/>
            </p:nvSpPr>
            <p:spPr>
              <a:xfrm flipH="1">
                <a:off x="3951000" y="4736160"/>
                <a:ext cx="135720" cy="135720"/>
              </a:xfrm>
              <a:custGeom>
                <a:avLst/>
                <a:gdLst>
                  <a:gd name="textAreaLeft" fmla="*/ -360 w 135720"/>
                  <a:gd name="textAreaRight" fmla="*/ 135720 w 135720"/>
                  <a:gd name="textAreaTop" fmla="*/ 0 h 135720"/>
                  <a:gd name="textAreaBottom" fmla="*/ 136080 h 13572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8040" bIns="68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4" name="Google Shape;1563;p31"/>
              <p:cNvSpPr/>
              <p:nvPr/>
            </p:nvSpPr>
            <p:spPr>
              <a:xfrm flipH="1">
                <a:off x="3948480" y="4734000"/>
                <a:ext cx="140760" cy="140400"/>
              </a:xfrm>
              <a:custGeom>
                <a:avLst/>
                <a:gdLst>
                  <a:gd name="textAreaLeft" fmla="*/ -360 w 140760"/>
                  <a:gd name="textAreaRight" fmla="*/ 140760 w 140760"/>
                  <a:gd name="textAreaTop" fmla="*/ 0 h 140400"/>
                  <a:gd name="textAreaBottom" fmla="*/ 140760 h 1404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0200" bIns="70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05" name="Google Shape;1564;p31"/>
            <p:cNvGrpSpPr/>
            <p:nvPr/>
          </p:nvGrpSpPr>
          <p:grpSpPr>
            <a:xfrm>
              <a:off x="242280" y="4142520"/>
              <a:ext cx="174600" cy="26640"/>
              <a:chOff x="242280" y="4142520"/>
              <a:chExt cx="174600" cy="26640"/>
            </a:xfrm>
          </p:grpSpPr>
          <p:sp>
            <p:nvSpPr>
              <p:cNvPr id="1106" name="Google Shape;1565;p31"/>
              <p:cNvSpPr/>
              <p:nvPr/>
            </p:nvSpPr>
            <p:spPr>
              <a:xfrm flipH="1">
                <a:off x="390240" y="414252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7" name="Google Shape;1566;p31"/>
              <p:cNvSpPr/>
              <p:nvPr/>
            </p:nvSpPr>
            <p:spPr>
              <a:xfrm flipH="1">
                <a:off x="316440" y="414252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8" name="Google Shape;1567;p31"/>
              <p:cNvSpPr/>
              <p:nvPr/>
            </p:nvSpPr>
            <p:spPr>
              <a:xfrm flipH="1">
                <a:off x="242280" y="414252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109" name="Google Shape;1568;p31"/>
            <p:cNvCxnSpPr/>
            <p:nvPr/>
          </p:nvCxnSpPr>
          <p:spPr>
            <a:xfrm flipH="1" flipV="1">
              <a:off x="5994720" y="226440"/>
              <a:ext cx="1505160" cy="225000"/>
            </a:xfrm>
            <a:prstGeom prst="straightConnector1">
              <a:avLst/>
            </a:prstGeom>
            <a:ln w="9525">
              <a:solidFill>
                <a:srgbClr val="494949"/>
              </a:solidFill>
              <a:round/>
            </a:ln>
          </p:spPr>
        </p:cxnSp>
        <p:cxnSp>
          <p:nvCxnSpPr>
            <p:cNvPr id="1110" name="Google Shape;1569;p31"/>
            <p:cNvCxnSpPr/>
            <p:nvPr/>
          </p:nvCxnSpPr>
          <p:spPr>
            <a:xfrm flipH="1" flipV="1">
              <a:off x="7512840" y="457560"/>
              <a:ext cx="829800" cy="743760"/>
            </a:xfrm>
            <a:prstGeom prst="straightConnector1">
              <a:avLst/>
            </a:prstGeom>
            <a:ln w="9525">
              <a:solidFill>
                <a:srgbClr val="494949"/>
              </a:solidFill>
              <a:round/>
            </a:ln>
          </p:spPr>
        </p:cxnSp>
        <p:cxnSp>
          <p:nvCxnSpPr>
            <p:cNvPr id="1111" name="Google Shape;1570;p31"/>
            <p:cNvCxnSpPr/>
            <p:nvPr/>
          </p:nvCxnSpPr>
          <p:spPr>
            <a:xfrm flipH="1">
              <a:off x="8348760" y="-6480"/>
              <a:ext cx="797040" cy="1188000"/>
            </a:xfrm>
            <a:prstGeom prst="straightConnector1">
              <a:avLst/>
            </a:prstGeom>
            <a:ln w="9525">
              <a:solidFill>
                <a:srgbClr val="494949"/>
              </a:solidFill>
              <a:round/>
            </a:ln>
          </p:spPr>
        </p:cxnSp>
        <p:grpSp>
          <p:nvGrpSpPr>
            <p:cNvPr id="1112" name="Google Shape;1571;p31"/>
            <p:cNvGrpSpPr/>
            <p:nvPr/>
          </p:nvGrpSpPr>
          <p:grpSpPr>
            <a:xfrm>
              <a:off x="8064360" y="1040400"/>
              <a:ext cx="581400" cy="582120"/>
              <a:chOff x="8064360" y="1040400"/>
              <a:chExt cx="581400" cy="582120"/>
            </a:xfrm>
          </p:grpSpPr>
          <p:sp>
            <p:nvSpPr>
              <p:cNvPr id="1113" name="Google Shape;1572;p31"/>
              <p:cNvSpPr/>
              <p:nvPr/>
            </p:nvSpPr>
            <p:spPr>
              <a:xfrm>
                <a:off x="8068680" y="104544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4" name="Google Shape;1573;p31"/>
              <p:cNvSpPr/>
              <p:nvPr/>
            </p:nvSpPr>
            <p:spPr>
              <a:xfrm>
                <a:off x="8064360" y="104040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5" name="Google Shape;1574;p31"/>
              <p:cNvSpPr/>
              <p:nvPr/>
            </p:nvSpPr>
            <p:spPr>
              <a:xfrm>
                <a:off x="8141040" y="111780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6" name="Google Shape;1575;p31"/>
              <p:cNvSpPr/>
              <p:nvPr/>
            </p:nvSpPr>
            <p:spPr>
              <a:xfrm>
                <a:off x="8136720" y="111276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7" name="Google Shape;1576;p31"/>
              <p:cNvSpPr/>
              <p:nvPr/>
            </p:nvSpPr>
            <p:spPr>
              <a:xfrm>
                <a:off x="8219880" y="119628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8" name="Google Shape;1577;p31"/>
              <p:cNvSpPr/>
              <p:nvPr/>
            </p:nvSpPr>
            <p:spPr>
              <a:xfrm>
                <a:off x="8215200" y="119196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19" name="Google Shape;1578;p31"/>
            <p:cNvGrpSpPr/>
            <p:nvPr/>
          </p:nvGrpSpPr>
          <p:grpSpPr>
            <a:xfrm>
              <a:off x="7353000" y="316440"/>
              <a:ext cx="291600" cy="292320"/>
              <a:chOff x="7353000" y="316440"/>
              <a:chExt cx="291600" cy="292320"/>
            </a:xfrm>
          </p:grpSpPr>
          <p:sp>
            <p:nvSpPr>
              <p:cNvPr id="1120" name="Google Shape;1579;p31"/>
              <p:cNvSpPr/>
              <p:nvPr/>
            </p:nvSpPr>
            <p:spPr>
              <a:xfrm>
                <a:off x="7358040" y="32112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1" name="Google Shape;1580;p31"/>
              <p:cNvSpPr/>
              <p:nvPr/>
            </p:nvSpPr>
            <p:spPr>
              <a:xfrm>
                <a:off x="7353000" y="31644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2" name="Google Shape;1581;p31"/>
              <p:cNvSpPr/>
              <p:nvPr/>
            </p:nvSpPr>
            <p:spPr>
              <a:xfrm>
                <a:off x="7419960" y="38304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3" name="Google Shape;1582;p31"/>
              <p:cNvSpPr/>
              <p:nvPr/>
            </p:nvSpPr>
            <p:spPr>
              <a:xfrm>
                <a:off x="7415640" y="37872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24" name="Google Shape;1583;p31"/>
            <p:cNvGrpSpPr/>
            <p:nvPr/>
          </p:nvGrpSpPr>
          <p:grpSpPr>
            <a:xfrm>
              <a:off x="8792280" y="321120"/>
              <a:ext cx="174600" cy="174600"/>
              <a:chOff x="8792280" y="321120"/>
              <a:chExt cx="174600" cy="174600"/>
            </a:xfrm>
          </p:grpSpPr>
          <p:sp>
            <p:nvSpPr>
              <p:cNvPr id="1125" name="Google Shape;1584;p31"/>
              <p:cNvSpPr/>
              <p:nvPr/>
            </p:nvSpPr>
            <p:spPr>
              <a:xfrm>
                <a:off x="8796600" y="32616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6" name="Google Shape;1585;p31"/>
              <p:cNvSpPr/>
              <p:nvPr/>
            </p:nvSpPr>
            <p:spPr>
              <a:xfrm>
                <a:off x="8792280" y="32112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7" name="Google Shape;1586;p31"/>
              <p:cNvSpPr/>
              <p:nvPr/>
            </p:nvSpPr>
            <p:spPr>
              <a:xfrm>
                <a:off x="8833680" y="36252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8" name="Google Shape;1587;p31"/>
              <p:cNvSpPr/>
              <p:nvPr/>
            </p:nvSpPr>
            <p:spPr>
              <a:xfrm>
                <a:off x="8828640" y="35820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129" name="Google Shape;1588;p31"/>
            <p:cNvSpPr/>
            <p:nvPr/>
          </p:nvSpPr>
          <p:spPr>
            <a:xfrm>
              <a:off x="5829480" y="68760"/>
              <a:ext cx="288360" cy="288000"/>
            </a:xfrm>
            <a:custGeom>
              <a:avLst/>
              <a:gdLst>
                <a:gd name="textAreaLeft" fmla="*/ 0 w 288360"/>
                <a:gd name="textAreaRight" fmla="*/ 28872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0" name="Google Shape;1589;p31"/>
            <p:cNvSpPr/>
            <p:nvPr/>
          </p:nvSpPr>
          <p:spPr>
            <a:xfrm>
              <a:off x="5826960" y="66240"/>
              <a:ext cx="292680" cy="293040"/>
            </a:xfrm>
            <a:custGeom>
              <a:avLst/>
              <a:gdLst>
                <a:gd name="textAreaLeft" fmla="*/ 0 w 292680"/>
                <a:gd name="textAreaRight" fmla="*/ 29304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1" name="Google Shape;1590;p31"/>
            <p:cNvSpPr/>
            <p:nvPr/>
          </p:nvSpPr>
          <p:spPr>
            <a:xfrm>
              <a:off x="5865840" y="105120"/>
              <a:ext cx="215280" cy="214920"/>
            </a:xfrm>
            <a:custGeom>
              <a:avLst/>
              <a:gdLst>
                <a:gd name="textAreaLeft" fmla="*/ 0 w 215280"/>
                <a:gd name="textAreaRight" fmla="*/ 21564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2" name="Google Shape;1591;p31"/>
            <p:cNvSpPr/>
            <p:nvPr/>
          </p:nvSpPr>
          <p:spPr>
            <a:xfrm>
              <a:off x="5863680" y="102600"/>
              <a:ext cx="219600" cy="219960"/>
            </a:xfrm>
            <a:custGeom>
              <a:avLst/>
              <a:gdLst>
                <a:gd name="textAreaLeft" fmla="*/ 0 w 219600"/>
                <a:gd name="textAreaRight" fmla="*/ 21996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3" name="Google Shape;1592;p31"/>
            <p:cNvSpPr/>
            <p:nvPr/>
          </p:nvSpPr>
          <p:spPr>
            <a:xfrm>
              <a:off x="5905440" y="144720"/>
              <a:ext cx="135720" cy="135720"/>
            </a:xfrm>
            <a:custGeom>
              <a:avLst/>
              <a:gdLst>
                <a:gd name="textAreaLeft" fmla="*/ 0 w 135720"/>
                <a:gd name="textAreaRight" fmla="*/ 13608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4" name="Google Shape;1593;p31"/>
            <p:cNvSpPr/>
            <p:nvPr/>
          </p:nvSpPr>
          <p:spPr>
            <a:xfrm>
              <a:off x="5903280" y="142560"/>
              <a:ext cx="140760" cy="140400"/>
            </a:xfrm>
            <a:custGeom>
              <a:avLst/>
              <a:gdLst>
                <a:gd name="textAreaLeft" fmla="*/ 0 w 140760"/>
                <a:gd name="textAreaRight" fmla="*/ 14112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135" name="Google Shape;1594;p31"/>
            <p:cNvGrpSpPr/>
            <p:nvPr/>
          </p:nvGrpSpPr>
          <p:grpSpPr>
            <a:xfrm>
              <a:off x="8489880" y="171000"/>
              <a:ext cx="174960" cy="26640"/>
              <a:chOff x="8489880" y="171000"/>
              <a:chExt cx="174960" cy="26640"/>
            </a:xfrm>
          </p:grpSpPr>
          <p:sp>
            <p:nvSpPr>
              <p:cNvPr id="1136" name="Google Shape;1595;p31"/>
              <p:cNvSpPr/>
              <p:nvPr/>
            </p:nvSpPr>
            <p:spPr>
              <a:xfrm>
                <a:off x="8489880" y="171000"/>
                <a:ext cx="26640" cy="266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37" name="Google Shape;1596;p31"/>
              <p:cNvSpPr/>
              <p:nvPr/>
            </p:nvSpPr>
            <p:spPr>
              <a:xfrm>
                <a:off x="8564040" y="171000"/>
                <a:ext cx="26640" cy="266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38" name="Google Shape;1597;p31"/>
              <p:cNvSpPr/>
              <p:nvPr/>
            </p:nvSpPr>
            <p:spPr>
              <a:xfrm>
                <a:off x="8638200" y="17100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39" name="Google Shape;1598;p31"/>
            <p:cNvGrpSpPr/>
            <p:nvPr/>
          </p:nvGrpSpPr>
          <p:grpSpPr>
            <a:xfrm>
              <a:off x="8678520" y="1658160"/>
              <a:ext cx="174600" cy="26640"/>
              <a:chOff x="8678520" y="1658160"/>
              <a:chExt cx="174600" cy="26640"/>
            </a:xfrm>
          </p:grpSpPr>
          <p:sp>
            <p:nvSpPr>
              <p:cNvPr id="1140" name="Google Shape;1599;p31"/>
              <p:cNvSpPr/>
              <p:nvPr/>
            </p:nvSpPr>
            <p:spPr>
              <a:xfrm>
                <a:off x="8678520" y="1658160"/>
                <a:ext cx="26640" cy="266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41" name="Google Shape;1600;p31"/>
              <p:cNvSpPr/>
              <p:nvPr/>
            </p:nvSpPr>
            <p:spPr>
              <a:xfrm>
                <a:off x="8752320" y="1658160"/>
                <a:ext cx="26640" cy="266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42" name="Google Shape;1601;p31"/>
              <p:cNvSpPr/>
              <p:nvPr/>
            </p:nvSpPr>
            <p:spPr>
              <a:xfrm>
                <a:off x="8826480" y="1658160"/>
                <a:ext cx="26640" cy="266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3" name="Google Shape;1603;p32"/>
          <p:cNvGrpSpPr/>
          <p:nvPr/>
        </p:nvGrpSpPr>
        <p:grpSpPr>
          <a:xfrm>
            <a:off x="1349640" y="598320"/>
            <a:ext cx="6453360" cy="3630600"/>
            <a:chOff x="1349640" y="598320"/>
            <a:chExt cx="6453360" cy="3630600"/>
          </a:xfrm>
        </p:grpSpPr>
        <p:sp>
          <p:nvSpPr>
            <p:cNvPr id="1144" name="Google Shape;1604;p32"/>
            <p:cNvSpPr/>
            <p:nvPr/>
          </p:nvSpPr>
          <p:spPr>
            <a:xfrm>
              <a:off x="1349640" y="598320"/>
              <a:ext cx="6453360" cy="3630600"/>
            </a:xfrm>
            <a:custGeom>
              <a:avLst/>
              <a:gdLst>
                <a:gd name="textAreaLeft" fmla="*/ 0 w 6453360"/>
                <a:gd name="textAreaRight" fmla="*/ 6453720 w 6453360"/>
                <a:gd name="textAreaTop" fmla="*/ 0 h 3630600"/>
                <a:gd name="textAreaBottom" fmla="*/ 3630960 h 3630600"/>
              </a:gdLst>
              <a:ahLst/>
              <a:cxnLst/>
              <a:rect l="textAreaLeft" t="textAreaTop" r="textAreaRight" b="textAreaBottom"/>
              <a:pathLst>
                <a:path w="277371" h="13262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5" name="Google Shape;1605;p32"/>
            <p:cNvSpPr/>
            <p:nvPr/>
          </p:nvSpPr>
          <p:spPr>
            <a:xfrm>
              <a:off x="1397520" y="599040"/>
              <a:ext cx="6368040" cy="3629520"/>
            </a:xfrm>
            <a:custGeom>
              <a:avLst/>
              <a:gdLst>
                <a:gd name="textAreaLeft" fmla="*/ 0 w 6368040"/>
                <a:gd name="textAreaRight" fmla="*/ 6368400 w 6368040"/>
                <a:gd name="textAreaTop" fmla="*/ 0 h 3629520"/>
                <a:gd name="textAreaBottom" fmla="*/ 3629880 h 3629520"/>
              </a:gdLst>
              <a:ahLst/>
              <a:cxnLst/>
              <a:rect l="textAreaLeft" t="textAreaTop" r="textAreaRight" b="textAreaBottom"/>
              <a:pathLst>
                <a:path w="273708" h="13258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rgbClr val="D6EEF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46" name="PlaceHolder 1"/>
          <p:cNvSpPr>
            <a:spLocks noGrp="1"/>
          </p:cNvSpPr>
          <p:nvPr>
            <p:ph type="title"/>
          </p:nvPr>
        </p:nvSpPr>
        <p:spPr>
          <a:xfrm>
            <a:off x="2624400" y="1018440"/>
            <a:ext cx="3904200" cy="1901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147" name="Google Shape;1607;p32"/>
          <p:cNvGrpSpPr/>
          <p:nvPr/>
        </p:nvGrpSpPr>
        <p:grpSpPr>
          <a:xfrm>
            <a:off x="-6840" y="-6480"/>
            <a:ext cx="9152280" cy="5101560"/>
            <a:chOff x="-6840" y="-6480"/>
            <a:chExt cx="9152280" cy="5101560"/>
          </a:xfrm>
        </p:grpSpPr>
        <p:cxnSp>
          <p:nvCxnSpPr>
            <p:cNvPr id="1148" name="Google Shape;1608;p32"/>
            <p:cNvCxnSpPr/>
            <p:nvPr/>
          </p:nvCxnSpPr>
          <p:spPr>
            <a:xfrm>
              <a:off x="2904120" y="4512960"/>
              <a:ext cx="1133280" cy="30672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cxnSp>
          <p:nvCxnSpPr>
            <p:cNvPr id="1149" name="Google Shape;1609;p32"/>
            <p:cNvCxnSpPr/>
            <p:nvPr/>
          </p:nvCxnSpPr>
          <p:spPr>
            <a:xfrm flipV="1">
              <a:off x="1562040" y="4492080"/>
              <a:ext cx="1342440" cy="31572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cxnSp>
          <p:nvCxnSpPr>
            <p:cNvPr id="1150" name="Google Shape;1610;p32"/>
            <p:cNvCxnSpPr/>
            <p:nvPr/>
          </p:nvCxnSpPr>
          <p:spPr>
            <a:xfrm>
              <a:off x="259200" y="4407840"/>
              <a:ext cx="1332360" cy="39240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cxnSp>
          <p:nvCxnSpPr>
            <p:cNvPr id="1151" name="Google Shape;1611;p32"/>
            <p:cNvCxnSpPr/>
            <p:nvPr/>
          </p:nvCxnSpPr>
          <p:spPr>
            <a:xfrm>
              <a:off x="-6840" y="3993480"/>
              <a:ext cx="273960" cy="40752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grpSp>
          <p:nvGrpSpPr>
            <p:cNvPr id="1152" name="Google Shape;1612;p32"/>
            <p:cNvGrpSpPr/>
            <p:nvPr/>
          </p:nvGrpSpPr>
          <p:grpSpPr>
            <a:xfrm>
              <a:off x="1278000" y="4512960"/>
              <a:ext cx="581400" cy="582120"/>
              <a:chOff x="1278000" y="4512960"/>
              <a:chExt cx="581400" cy="582120"/>
            </a:xfrm>
          </p:grpSpPr>
          <p:sp>
            <p:nvSpPr>
              <p:cNvPr id="1153" name="Google Shape;1613;p32"/>
              <p:cNvSpPr/>
              <p:nvPr/>
            </p:nvSpPr>
            <p:spPr>
              <a:xfrm flipH="1">
                <a:off x="1282680" y="4518000"/>
                <a:ext cx="572400" cy="572040"/>
              </a:xfrm>
              <a:custGeom>
                <a:avLst/>
                <a:gdLst>
                  <a:gd name="textAreaLeft" fmla="*/ 360 w 572400"/>
                  <a:gd name="textAreaRight" fmla="*/ 57312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54" name="Google Shape;1614;p32"/>
              <p:cNvSpPr/>
              <p:nvPr/>
            </p:nvSpPr>
            <p:spPr>
              <a:xfrm flipH="1">
                <a:off x="1277640" y="4512960"/>
                <a:ext cx="581400" cy="582120"/>
              </a:xfrm>
              <a:custGeom>
                <a:avLst/>
                <a:gdLst>
                  <a:gd name="textAreaLeft" fmla="*/ -360 w 581400"/>
                  <a:gd name="textAreaRight" fmla="*/ 58140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55" name="Google Shape;1615;p32"/>
              <p:cNvSpPr/>
              <p:nvPr/>
            </p:nvSpPr>
            <p:spPr>
              <a:xfrm flipH="1">
                <a:off x="1355400" y="4590720"/>
                <a:ext cx="427680" cy="426960"/>
              </a:xfrm>
              <a:custGeom>
                <a:avLst/>
                <a:gdLst>
                  <a:gd name="textAreaLeft" fmla="*/ 360 w 427680"/>
                  <a:gd name="textAreaRight" fmla="*/ 42840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56" name="Google Shape;1616;p32"/>
              <p:cNvSpPr/>
              <p:nvPr/>
            </p:nvSpPr>
            <p:spPr>
              <a:xfrm flipH="1">
                <a:off x="1350000" y="4585680"/>
                <a:ext cx="436680" cy="437040"/>
              </a:xfrm>
              <a:custGeom>
                <a:avLst/>
                <a:gdLst>
                  <a:gd name="textAreaLeft" fmla="*/ -360 w 436680"/>
                  <a:gd name="textAreaRight" fmla="*/ 43668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57" name="Google Shape;1617;p32"/>
              <p:cNvSpPr/>
              <p:nvPr/>
            </p:nvSpPr>
            <p:spPr>
              <a:xfrm flipH="1">
                <a:off x="1434240" y="4669200"/>
                <a:ext cx="270000" cy="270000"/>
              </a:xfrm>
              <a:custGeom>
                <a:avLst/>
                <a:gdLst>
                  <a:gd name="textAreaLeft" fmla="*/ 360 w 270000"/>
                  <a:gd name="textAreaRight" fmla="*/ 27072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58" name="Google Shape;1618;p32"/>
              <p:cNvSpPr/>
              <p:nvPr/>
            </p:nvSpPr>
            <p:spPr>
              <a:xfrm flipH="1">
                <a:off x="1429200" y="4664520"/>
                <a:ext cx="279360" cy="279000"/>
              </a:xfrm>
              <a:custGeom>
                <a:avLst/>
                <a:gdLst>
                  <a:gd name="textAreaLeft" fmla="*/ 360 w 279360"/>
                  <a:gd name="textAreaRight" fmla="*/ 28008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59" name="Google Shape;1619;p32"/>
            <p:cNvGrpSpPr/>
            <p:nvPr/>
          </p:nvGrpSpPr>
          <p:grpSpPr>
            <a:xfrm>
              <a:off x="2747520" y="4340520"/>
              <a:ext cx="291600" cy="292320"/>
              <a:chOff x="2747520" y="4340520"/>
              <a:chExt cx="291600" cy="292320"/>
            </a:xfrm>
          </p:grpSpPr>
          <p:sp>
            <p:nvSpPr>
              <p:cNvPr id="1160" name="Google Shape;1620;p32"/>
              <p:cNvSpPr/>
              <p:nvPr/>
            </p:nvSpPr>
            <p:spPr>
              <a:xfrm flipH="1">
                <a:off x="2752200" y="4345560"/>
                <a:ext cx="282240" cy="282240"/>
              </a:xfrm>
              <a:custGeom>
                <a:avLst/>
                <a:gdLst>
                  <a:gd name="textAreaLeft" fmla="*/ 360 w 282240"/>
                  <a:gd name="textAreaRight" fmla="*/ 28296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1" name="Google Shape;1621;p32"/>
              <p:cNvSpPr/>
              <p:nvPr/>
            </p:nvSpPr>
            <p:spPr>
              <a:xfrm flipH="1">
                <a:off x="2747520" y="4340520"/>
                <a:ext cx="291600" cy="292320"/>
              </a:xfrm>
              <a:custGeom>
                <a:avLst/>
                <a:gdLst>
                  <a:gd name="textAreaLeft" fmla="*/ 360 w 291600"/>
                  <a:gd name="textAreaRight" fmla="*/ 29232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2" name="Google Shape;1622;p32"/>
              <p:cNvSpPr/>
              <p:nvPr/>
            </p:nvSpPr>
            <p:spPr>
              <a:xfrm flipH="1">
                <a:off x="2813760" y="4407480"/>
                <a:ext cx="158040" cy="158040"/>
              </a:xfrm>
              <a:custGeom>
                <a:avLst/>
                <a:gdLst>
                  <a:gd name="textAreaLeft" fmla="*/ -360 w 158040"/>
                  <a:gd name="textAreaRight" fmla="*/ 15804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3" name="Google Shape;1623;p32"/>
              <p:cNvSpPr/>
              <p:nvPr/>
            </p:nvSpPr>
            <p:spPr>
              <a:xfrm flipH="1">
                <a:off x="2808720" y="4402800"/>
                <a:ext cx="167400" cy="167400"/>
              </a:xfrm>
              <a:custGeom>
                <a:avLst/>
                <a:gdLst>
                  <a:gd name="textAreaLeft" fmla="*/ -360 w 167400"/>
                  <a:gd name="textAreaRight" fmla="*/ 16740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64" name="Google Shape;1624;p32"/>
            <p:cNvGrpSpPr/>
            <p:nvPr/>
          </p:nvGrpSpPr>
          <p:grpSpPr>
            <a:xfrm>
              <a:off x="171000" y="4314960"/>
              <a:ext cx="174600" cy="174600"/>
              <a:chOff x="171000" y="4314960"/>
              <a:chExt cx="174600" cy="174600"/>
            </a:xfrm>
          </p:grpSpPr>
          <p:sp>
            <p:nvSpPr>
              <p:cNvPr id="1165" name="Google Shape;1625;p32"/>
              <p:cNvSpPr/>
              <p:nvPr/>
            </p:nvSpPr>
            <p:spPr>
              <a:xfrm flipH="1">
                <a:off x="175680" y="4320000"/>
                <a:ext cx="165600" cy="165240"/>
              </a:xfrm>
              <a:custGeom>
                <a:avLst/>
                <a:gdLst>
                  <a:gd name="textAreaLeft" fmla="*/ 360 w 165600"/>
                  <a:gd name="textAreaRight" fmla="*/ 16632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6" name="Google Shape;1626;p32"/>
              <p:cNvSpPr/>
              <p:nvPr/>
            </p:nvSpPr>
            <p:spPr>
              <a:xfrm flipH="1">
                <a:off x="170640" y="4314960"/>
                <a:ext cx="174600" cy="174600"/>
              </a:xfrm>
              <a:custGeom>
                <a:avLst/>
                <a:gdLst>
                  <a:gd name="textAreaLeft" fmla="*/ -360 w 174600"/>
                  <a:gd name="textAreaRight" fmla="*/ 17460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7" name="Google Shape;1627;p32"/>
              <p:cNvSpPr/>
              <p:nvPr/>
            </p:nvSpPr>
            <p:spPr>
              <a:xfrm flipH="1">
                <a:off x="212400" y="4356360"/>
                <a:ext cx="92160" cy="92880"/>
              </a:xfrm>
              <a:custGeom>
                <a:avLst/>
                <a:gdLst>
                  <a:gd name="textAreaLeft" fmla="*/ 360 w 92160"/>
                  <a:gd name="textAreaRight" fmla="*/ 9288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8" name="Google Shape;1628;p32"/>
              <p:cNvSpPr/>
              <p:nvPr/>
            </p:nvSpPr>
            <p:spPr>
              <a:xfrm flipH="1">
                <a:off x="207360" y="4351680"/>
                <a:ext cx="102240" cy="101520"/>
              </a:xfrm>
              <a:custGeom>
                <a:avLst/>
                <a:gdLst>
                  <a:gd name="textAreaLeft" fmla="*/ 360 w 102240"/>
                  <a:gd name="textAreaRight" fmla="*/ 10296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69" name="Google Shape;1629;p32"/>
            <p:cNvGrpSpPr/>
            <p:nvPr/>
          </p:nvGrpSpPr>
          <p:grpSpPr>
            <a:xfrm>
              <a:off x="3872880" y="4657680"/>
              <a:ext cx="292680" cy="293040"/>
              <a:chOff x="3872880" y="4657680"/>
              <a:chExt cx="292680" cy="293040"/>
            </a:xfrm>
          </p:grpSpPr>
          <p:sp>
            <p:nvSpPr>
              <p:cNvPr id="1170" name="Google Shape;1630;p32"/>
              <p:cNvSpPr/>
              <p:nvPr/>
            </p:nvSpPr>
            <p:spPr>
              <a:xfrm flipH="1">
                <a:off x="3874680" y="4660200"/>
                <a:ext cx="288360" cy="288000"/>
              </a:xfrm>
              <a:custGeom>
                <a:avLst/>
                <a:gdLst>
                  <a:gd name="textAreaLeft" fmla="*/ -360 w 288360"/>
                  <a:gd name="textAreaRight" fmla="*/ 288360 w 288360"/>
                  <a:gd name="textAreaTop" fmla="*/ 0 h 288000"/>
                  <a:gd name="textAreaBottom" fmla="*/ 288360 h 28800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1" name="Google Shape;1631;p32"/>
              <p:cNvSpPr/>
              <p:nvPr/>
            </p:nvSpPr>
            <p:spPr>
              <a:xfrm flipH="1">
                <a:off x="3872520" y="4657680"/>
                <a:ext cx="292680" cy="293040"/>
              </a:xfrm>
              <a:custGeom>
                <a:avLst/>
                <a:gdLst>
                  <a:gd name="textAreaLeft" fmla="*/ -360 w 292680"/>
                  <a:gd name="textAreaRight" fmla="*/ 292680 w 292680"/>
                  <a:gd name="textAreaTop" fmla="*/ 0 h 293040"/>
                  <a:gd name="textAreaBottom" fmla="*/ 293400 h 29304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2" name="Google Shape;1632;p32"/>
              <p:cNvSpPr/>
              <p:nvPr/>
            </p:nvSpPr>
            <p:spPr>
              <a:xfrm flipH="1">
                <a:off x="3911760" y="4696560"/>
                <a:ext cx="215280" cy="214920"/>
              </a:xfrm>
              <a:custGeom>
                <a:avLst/>
                <a:gdLst>
                  <a:gd name="textAreaLeft" fmla="*/ 360 w 215280"/>
                  <a:gd name="textAreaRight" fmla="*/ 216000 w 215280"/>
                  <a:gd name="textAreaTop" fmla="*/ 0 h 214920"/>
                  <a:gd name="textAreaBottom" fmla="*/ 215280 h 21492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3" name="Google Shape;1633;p32"/>
              <p:cNvSpPr/>
              <p:nvPr/>
            </p:nvSpPr>
            <p:spPr>
              <a:xfrm flipH="1">
                <a:off x="3909600" y="4694040"/>
                <a:ext cx="219600" cy="219960"/>
              </a:xfrm>
              <a:custGeom>
                <a:avLst/>
                <a:gdLst>
                  <a:gd name="textAreaLeft" fmla="*/ 360 w 219600"/>
                  <a:gd name="textAreaRight" fmla="*/ 220320 w 219600"/>
                  <a:gd name="textAreaTop" fmla="*/ 0 h 219960"/>
                  <a:gd name="textAreaBottom" fmla="*/ 220320 h 21996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4" name="Google Shape;1634;p32"/>
              <p:cNvSpPr/>
              <p:nvPr/>
            </p:nvSpPr>
            <p:spPr>
              <a:xfrm flipH="1">
                <a:off x="3951000" y="4736160"/>
                <a:ext cx="135720" cy="135720"/>
              </a:xfrm>
              <a:custGeom>
                <a:avLst/>
                <a:gdLst>
                  <a:gd name="textAreaLeft" fmla="*/ -360 w 135720"/>
                  <a:gd name="textAreaRight" fmla="*/ 135720 w 135720"/>
                  <a:gd name="textAreaTop" fmla="*/ 0 h 135720"/>
                  <a:gd name="textAreaBottom" fmla="*/ 136080 h 13572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8040" bIns="68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5" name="Google Shape;1635;p32"/>
              <p:cNvSpPr/>
              <p:nvPr/>
            </p:nvSpPr>
            <p:spPr>
              <a:xfrm flipH="1">
                <a:off x="3948480" y="4734000"/>
                <a:ext cx="140760" cy="140400"/>
              </a:xfrm>
              <a:custGeom>
                <a:avLst/>
                <a:gdLst>
                  <a:gd name="textAreaLeft" fmla="*/ -360 w 140760"/>
                  <a:gd name="textAreaRight" fmla="*/ 140760 w 140760"/>
                  <a:gd name="textAreaTop" fmla="*/ 0 h 140400"/>
                  <a:gd name="textAreaBottom" fmla="*/ 140760 h 1404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0200" bIns="70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76" name="Google Shape;1636;p32"/>
            <p:cNvGrpSpPr/>
            <p:nvPr/>
          </p:nvGrpSpPr>
          <p:grpSpPr>
            <a:xfrm>
              <a:off x="242280" y="4142520"/>
              <a:ext cx="174600" cy="26640"/>
              <a:chOff x="242280" y="4142520"/>
              <a:chExt cx="174600" cy="26640"/>
            </a:xfrm>
          </p:grpSpPr>
          <p:sp>
            <p:nvSpPr>
              <p:cNvPr id="1177" name="Google Shape;1637;p32"/>
              <p:cNvSpPr/>
              <p:nvPr/>
            </p:nvSpPr>
            <p:spPr>
              <a:xfrm flipH="1">
                <a:off x="390240" y="4142520"/>
                <a:ext cx="26640" cy="266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8" name="Google Shape;1638;p32"/>
              <p:cNvSpPr/>
              <p:nvPr/>
            </p:nvSpPr>
            <p:spPr>
              <a:xfrm flipH="1">
                <a:off x="316440" y="4142520"/>
                <a:ext cx="26640" cy="266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9" name="Google Shape;1639;p32"/>
              <p:cNvSpPr/>
              <p:nvPr/>
            </p:nvSpPr>
            <p:spPr>
              <a:xfrm flipH="1">
                <a:off x="242280" y="4142520"/>
                <a:ext cx="26640" cy="266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180" name="Google Shape;1640;p32"/>
            <p:cNvCxnSpPr/>
            <p:nvPr/>
          </p:nvCxnSpPr>
          <p:spPr>
            <a:xfrm flipH="1" flipV="1">
              <a:off x="5994720" y="226440"/>
              <a:ext cx="1505160" cy="22500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cxnSp>
          <p:nvCxnSpPr>
            <p:cNvPr id="1181" name="Google Shape;1641;p32"/>
            <p:cNvCxnSpPr/>
            <p:nvPr/>
          </p:nvCxnSpPr>
          <p:spPr>
            <a:xfrm flipH="1" flipV="1">
              <a:off x="7512840" y="457560"/>
              <a:ext cx="829800" cy="74376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cxnSp>
          <p:nvCxnSpPr>
            <p:cNvPr id="1182" name="Google Shape;1642;p32"/>
            <p:cNvCxnSpPr/>
            <p:nvPr/>
          </p:nvCxnSpPr>
          <p:spPr>
            <a:xfrm flipH="1">
              <a:off x="8348760" y="-6480"/>
              <a:ext cx="797040" cy="118800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grpSp>
          <p:nvGrpSpPr>
            <p:cNvPr id="1183" name="Google Shape;1643;p32"/>
            <p:cNvGrpSpPr/>
            <p:nvPr/>
          </p:nvGrpSpPr>
          <p:grpSpPr>
            <a:xfrm>
              <a:off x="8064360" y="1040400"/>
              <a:ext cx="581400" cy="582120"/>
              <a:chOff x="8064360" y="1040400"/>
              <a:chExt cx="581400" cy="582120"/>
            </a:xfrm>
          </p:grpSpPr>
          <p:sp>
            <p:nvSpPr>
              <p:cNvPr id="1184" name="Google Shape;1644;p32"/>
              <p:cNvSpPr/>
              <p:nvPr/>
            </p:nvSpPr>
            <p:spPr>
              <a:xfrm>
                <a:off x="8068680" y="104544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85" name="Google Shape;1645;p32"/>
              <p:cNvSpPr/>
              <p:nvPr/>
            </p:nvSpPr>
            <p:spPr>
              <a:xfrm>
                <a:off x="8064360" y="104040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86" name="Google Shape;1646;p32"/>
              <p:cNvSpPr/>
              <p:nvPr/>
            </p:nvSpPr>
            <p:spPr>
              <a:xfrm>
                <a:off x="8141040" y="111780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87" name="Google Shape;1647;p32"/>
              <p:cNvSpPr/>
              <p:nvPr/>
            </p:nvSpPr>
            <p:spPr>
              <a:xfrm>
                <a:off x="8136720" y="111276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88" name="Google Shape;1648;p32"/>
              <p:cNvSpPr/>
              <p:nvPr/>
            </p:nvSpPr>
            <p:spPr>
              <a:xfrm>
                <a:off x="8219880" y="119628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89" name="Google Shape;1649;p32"/>
              <p:cNvSpPr/>
              <p:nvPr/>
            </p:nvSpPr>
            <p:spPr>
              <a:xfrm>
                <a:off x="8215200" y="119196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90" name="Google Shape;1650;p32"/>
            <p:cNvGrpSpPr/>
            <p:nvPr/>
          </p:nvGrpSpPr>
          <p:grpSpPr>
            <a:xfrm>
              <a:off x="7353000" y="316440"/>
              <a:ext cx="291600" cy="292320"/>
              <a:chOff x="7353000" y="316440"/>
              <a:chExt cx="291600" cy="292320"/>
            </a:xfrm>
          </p:grpSpPr>
          <p:sp>
            <p:nvSpPr>
              <p:cNvPr id="1191" name="Google Shape;1651;p32"/>
              <p:cNvSpPr/>
              <p:nvPr/>
            </p:nvSpPr>
            <p:spPr>
              <a:xfrm>
                <a:off x="7358040" y="32112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2" name="Google Shape;1652;p32"/>
              <p:cNvSpPr/>
              <p:nvPr/>
            </p:nvSpPr>
            <p:spPr>
              <a:xfrm>
                <a:off x="7353000" y="31644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3" name="Google Shape;1653;p32"/>
              <p:cNvSpPr/>
              <p:nvPr/>
            </p:nvSpPr>
            <p:spPr>
              <a:xfrm>
                <a:off x="7419960" y="38304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4" name="Google Shape;1654;p32"/>
              <p:cNvSpPr/>
              <p:nvPr/>
            </p:nvSpPr>
            <p:spPr>
              <a:xfrm>
                <a:off x="7415640" y="37872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95" name="Google Shape;1655;p32"/>
            <p:cNvGrpSpPr/>
            <p:nvPr/>
          </p:nvGrpSpPr>
          <p:grpSpPr>
            <a:xfrm>
              <a:off x="8792280" y="321120"/>
              <a:ext cx="174600" cy="174600"/>
              <a:chOff x="8792280" y="321120"/>
              <a:chExt cx="174600" cy="174600"/>
            </a:xfrm>
          </p:grpSpPr>
          <p:sp>
            <p:nvSpPr>
              <p:cNvPr id="1196" name="Google Shape;1656;p32"/>
              <p:cNvSpPr/>
              <p:nvPr/>
            </p:nvSpPr>
            <p:spPr>
              <a:xfrm>
                <a:off x="8796600" y="32616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7" name="Google Shape;1657;p32"/>
              <p:cNvSpPr/>
              <p:nvPr/>
            </p:nvSpPr>
            <p:spPr>
              <a:xfrm>
                <a:off x="8792280" y="32112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8" name="Google Shape;1658;p32"/>
              <p:cNvSpPr/>
              <p:nvPr/>
            </p:nvSpPr>
            <p:spPr>
              <a:xfrm>
                <a:off x="8833680" y="36252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9" name="Google Shape;1659;p32"/>
              <p:cNvSpPr/>
              <p:nvPr/>
            </p:nvSpPr>
            <p:spPr>
              <a:xfrm>
                <a:off x="8828640" y="35820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200" name="Google Shape;1660;p32"/>
            <p:cNvSpPr/>
            <p:nvPr/>
          </p:nvSpPr>
          <p:spPr>
            <a:xfrm>
              <a:off x="5829480" y="68760"/>
              <a:ext cx="288360" cy="288000"/>
            </a:xfrm>
            <a:custGeom>
              <a:avLst/>
              <a:gdLst>
                <a:gd name="textAreaLeft" fmla="*/ 0 w 288360"/>
                <a:gd name="textAreaRight" fmla="*/ 28872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1" name="Google Shape;1661;p32"/>
            <p:cNvSpPr/>
            <p:nvPr/>
          </p:nvSpPr>
          <p:spPr>
            <a:xfrm>
              <a:off x="5826960" y="66240"/>
              <a:ext cx="292680" cy="293040"/>
            </a:xfrm>
            <a:custGeom>
              <a:avLst/>
              <a:gdLst>
                <a:gd name="textAreaLeft" fmla="*/ 0 w 292680"/>
                <a:gd name="textAreaRight" fmla="*/ 29304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2" name="Google Shape;1662;p32"/>
            <p:cNvSpPr/>
            <p:nvPr/>
          </p:nvSpPr>
          <p:spPr>
            <a:xfrm>
              <a:off x="5865840" y="105120"/>
              <a:ext cx="215280" cy="214920"/>
            </a:xfrm>
            <a:custGeom>
              <a:avLst/>
              <a:gdLst>
                <a:gd name="textAreaLeft" fmla="*/ 0 w 215280"/>
                <a:gd name="textAreaRight" fmla="*/ 21564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3" name="Google Shape;1663;p32"/>
            <p:cNvSpPr/>
            <p:nvPr/>
          </p:nvSpPr>
          <p:spPr>
            <a:xfrm>
              <a:off x="5863680" y="102600"/>
              <a:ext cx="219600" cy="219960"/>
            </a:xfrm>
            <a:custGeom>
              <a:avLst/>
              <a:gdLst>
                <a:gd name="textAreaLeft" fmla="*/ 0 w 219600"/>
                <a:gd name="textAreaRight" fmla="*/ 21996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4" name="Google Shape;1664;p32"/>
            <p:cNvSpPr/>
            <p:nvPr/>
          </p:nvSpPr>
          <p:spPr>
            <a:xfrm>
              <a:off x="5905440" y="144720"/>
              <a:ext cx="135720" cy="135720"/>
            </a:xfrm>
            <a:custGeom>
              <a:avLst/>
              <a:gdLst>
                <a:gd name="textAreaLeft" fmla="*/ 0 w 135720"/>
                <a:gd name="textAreaRight" fmla="*/ 13608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5" name="Google Shape;1665;p32"/>
            <p:cNvSpPr/>
            <p:nvPr/>
          </p:nvSpPr>
          <p:spPr>
            <a:xfrm>
              <a:off x="5903280" y="142560"/>
              <a:ext cx="140760" cy="140400"/>
            </a:xfrm>
            <a:custGeom>
              <a:avLst/>
              <a:gdLst>
                <a:gd name="textAreaLeft" fmla="*/ 0 w 140760"/>
                <a:gd name="textAreaRight" fmla="*/ 14112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206" name="Google Shape;1666;p32"/>
            <p:cNvGrpSpPr/>
            <p:nvPr/>
          </p:nvGrpSpPr>
          <p:grpSpPr>
            <a:xfrm>
              <a:off x="8489880" y="171000"/>
              <a:ext cx="174960" cy="26640"/>
              <a:chOff x="8489880" y="171000"/>
              <a:chExt cx="174960" cy="26640"/>
            </a:xfrm>
          </p:grpSpPr>
          <p:sp>
            <p:nvSpPr>
              <p:cNvPr id="1207" name="Google Shape;1667;p32"/>
              <p:cNvSpPr/>
              <p:nvPr/>
            </p:nvSpPr>
            <p:spPr>
              <a:xfrm>
                <a:off x="8489880" y="17100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08" name="Google Shape;1668;p32"/>
              <p:cNvSpPr/>
              <p:nvPr/>
            </p:nvSpPr>
            <p:spPr>
              <a:xfrm>
                <a:off x="8564040" y="17100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09" name="Google Shape;1669;p32"/>
              <p:cNvSpPr/>
              <p:nvPr/>
            </p:nvSpPr>
            <p:spPr>
              <a:xfrm>
                <a:off x="8638200" y="17100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10" name="Google Shape;1670;p32"/>
            <p:cNvGrpSpPr/>
            <p:nvPr/>
          </p:nvGrpSpPr>
          <p:grpSpPr>
            <a:xfrm>
              <a:off x="8678520" y="1658160"/>
              <a:ext cx="174600" cy="26640"/>
              <a:chOff x="8678520" y="1658160"/>
              <a:chExt cx="174600" cy="26640"/>
            </a:xfrm>
          </p:grpSpPr>
          <p:sp>
            <p:nvSpPr>
              <p:cNvPr id="1211" name="Google Shape;1671;p32"/>
              <p:cNvSpPr/>
              <p:nvPr/>
            </p:nvSpPr>
            <p:spPr>
              <a:xfrm>
                <a:off x="8678520" y="165816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12" name="Google Shape;1672;p32"/>
              <p:cNvSpPr/>
              <p:nvPr/>
            </p:nvSpPr>
            <p:spPr>
              <a:xfrm>
                <a:off x="8752320" y="165816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13" name="Google Shape;1673;p32"/>
              <p:cNvSpPr/>
              <p:nvPr/>
            </p:nvSpPr>
            <p:spPr>
              <a:xfrm>
                <a:off x="8826480" y="165816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PlaceHolder 1"/>
          <p:cNvSpPr>
            <a:spLocks noGrp="1"/>
          </p:cNvSpPr>
          <p:nvPr>
            <p:ph type="body"/>
          </p:nvPr>
        </p:nvSpPr>
        <p:spPr>
          <a:xfrm>
            <a:off x="1881360" y="1246680"/>
            <a:ext cx="2133000" cy="3524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215" name="PlaceHolder 2"/>
          <p:cNvSpPr>
            <a:spLocks noGrp="1"/>
          </p:cNvSpPr>
          <p:nvPr>
            <p:ph type="body"/>
          </p:nvPr>
        </p:nvSpPr>
        <p:spPr>
          <a:xfrm>
            <a:off x="4220280" y="1246680"/>
            <a:ext cx="3099600" cy="3524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216" name="PlaceHolder 3"/>
          <p:cNvSpPr>
            <a:spLocks noGrp="1"/>
          </p:cNvSpPr>
          <p:nvPr>
            <p:ph type="title"/>
          </p:nvPr>
        </p:nvSpPr>
        <p:spPr>
          <a:xfrm>
            <a:off x="2532960" y="338400"/>
            <a:ext cx="408708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217" name="Google Shape;1679;p33"/>
          <p:cNvGrpSpPr/>
          <p:nvPr/>
        </p:nvGrpSpPr>
        <p:grpSpPr>
          <a:xfrm>
            <a:off x="432720" y="0"/>
            <a:ext cx="8278200" cy="5165640"/>
            <a:chOff x="432720" y="0"/>
            <a:chExt cx="8278200" cy="5165640"/>
          </a:xfrm>
        </p:grpSpPr>
        <p:cxnSp>
          <p:nvCxnSpPr>
            <p:cNvPr id="1218" name="Google Shape;1680;p33"/>
            <p:cNvCxnSpPr/>
            <p:nvPr/>
          </p:nvCxnSpPr>
          <p:spPr>
            <a:xfrm flipV="1">
              <a:off x="8420040" y="266400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219" name="Google Shape;1681;p33"/>
            <p:cNvGrpSpPr/>
            <p:nvPr/>
          </p:nvGrpSpPr>
          <p:grpSpPr>
            <a:xfrm>
              <a:off x="8129520" y="4292280"/>
              <a:ext cx="581400" cy="582120"/>
              <a:chOff x="8129520" y="4292280"/>
              <a:chExt cx="581400" cy="582120"/>
            </a:xfrm>
          </p:grpSpPr>
          <p:sp>
            <p:nvSpPr>
              <p:cNvPr id="1220" name="Google Shape;1682;p33"/>
              <p:cNvSpPr/>
              <p:nvPr/>
            </p:nvSpPr>
            <p:spPr>
              <a:xfrm>
                <a:off x="8133840" y="429732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21" name="Google Shape;1683;p33"/>
              <p:cNvSpPr/>
              <p:nvPr/>
            </p:nvSpPr>
            <p:spPr>
              <a:xfrm>
                <a:off x="8129520" y="429228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22" name="Google Shape;1684;p33"/>
              <p:cNvSpPr/>
              <p:nvPr/>
            </p:nvSpPr>
            <p:spPr>
              <a:xfrm>
                <a:off x="8206200" y="436968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23" name="Google Shape;1685;p33"/>
              <p:cNvSpPr/>
              <p:nvPr/>
            </p:nvSpPr>
            <p:spPr>
              <a:xfrm>
                <a:off x="8201880" y="436464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24" name="Google Shape;1686;p33"/>
              <p:cNvSpPr/>
              <p:nvPr/>
            </p:nvSpPr>
            <p:spPr>
              <a:xfrm>
                <a:off x="8284680" y="44481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25" name="Google Shape;1687;p33"/>
              <p:cNvSpPr/>
              <p:nvPr/>
            </p:nvSpPr>
            <p:spPr>
              <a:xfrm>
                <a:off x="8280360" y="444384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26" name="Google Shape;1688;p33"/>
            <p:cNvGrpSpPr/>
            <p:nvPr/>
          </p:nvGrpSpPr>
          <p:grpSpPr>
            <a:xfrm>
              <a:off x="8274240" y="3720600"/>
              <a:ext cx="291600" cy="292320"/>
              <a:chOff x="8274240" y="3720600"/>
              <a:chExt cx="291600" cy="292320"/>
            </a:xfrm>
          </p:grpSpPr>
          <p:sp>
            <p:nvSpPr>
              <p:cNvPr id="1227" name="Google Shape;1689;p33"/>
              <p:cNvSpPr/>
              <p:nvPr/>
            </p:nvSpPr>
            <p:spPr>
              <a:xfrm>
                <a:off x="8279280" y="372564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28" name="Google Shape;1690;p33"/>
              <p:cNvSpPr/>
              <p:nvPr/>
            </p:nvSpPr>
            <p:spPr>
              <a:xfrm>
                <a:off x="8274240" y="372060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29" name="Google Shape;1691;p33"/>
              <p:cNvSpPr/>
              <p:nvPr/>
            </p:nvSpPr>
            <p:spPr>
              <a:xfrm>
                <a:off x="8341200" y="37875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0" name="Google Shape;1692;p33"/>
              <p:cNvSpPr/>
              <p:nvPr/>
            </p:nvSpPr>
            <p:spPr>
              <a:xfrm>
                <a:off x="8336520" y="37828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31" name="Google Shape;1693;p33"/>
            <p:cNvGrpSpPr/>
            <p:nvPr/>
          </p:nvGrpSpPr>
          <p:grpSpPr>
            <a:xfrm>
              <a:off x="8332920" y="3212640"/>
              <a:ext cx="174600" cy="174600"/>
              <a:chOff x="8332920" y="3212640"/>
              <a:chExt cx="174600" cy="174600"/>
            </a:xfrm>
          </p:grpSpPr>
          <p:sp>
            <p:nvSpPr>
              <p:cNvPr id="1232" name="Google Shape;1694;p33"/>
              <p:cNvSpPr/>
              <p:nvPr/>
            </p:nvSpPr>
            <p:spPr>
              <a:xfrm>
                <a:off x="8337240" y="321768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3" name="Google Shape;1695;p33"/>
              <p:cNvSpPr/>
              <p:nvPr/>
            </p:nvSpPr>
            <p:spPr>
              <a:xfrm>
                <a:off x="8332920" y="321264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4" name="Google Shape;1696;p33"/>
              <p:cNvSpPr/>
              <p:nvPr/>
            </p:nvSpPr>
            <p:spPr>
              <a:xfrm>
                <a:off x="8373960" y="325368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5" name="Google Shape;1697;p33"/>
              <p:cNvSpPr/>
              <p:nvPr/>
            </p:nvSpPr>
            <p:spPr>
              <a:xfrm>
                <a:off x="8368920" y="324936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236" name="Google Shape;1698;p33"/>
            <p:cNvCxnSpPr/>
            <p:nvPr/>
          </p:nvCxnSpPr>
          <p:spPr>
            <a:xfrm>
              <a:off x="723600" y="36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237" name="Google Shape;1699;p33"/>
            <p:cNvGrpSpPr/>
            <p:nvPr/>
          </p:nvGrpSpPr>
          <p:grpSpPr>
            <a:xfrm>
              <a:off x="433080" y="291960"/>
              <a:ext cx="581400" cy="582120"/>
              <a:chOff x="433080" y="291960"/>
              <a:chExt cx="581400" cy="582120"/>
            </a:xfrm>
          </p:grpSpPr>
          <p:sp>
            <p:nvSpPr>
              <p:cNvPr id="1238" name="Google Shape;1700;p33"/>
              <p:cNvSpPr/>
              <p:nvPr/>
            </p:nvSpPr>
            <p:spPr>
              <a:xfrm rot="10800000">
                <a:off x="437760" y="29700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9" name="Google Shape;1701;p33"/>
              <p:cNvSpPr/>
              <p:nvPr/>
            </p:nvSpPr>
            <p:spPr>
              <a:xfrm rot="10800000">
                <a:off x="433080" y="29196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0" name="Google Shape;1702;p33"/>
              <p:cNvSpPr/>
              <p:nvPr/>
            </p:nvSpPr>
            <p:spPr>
              <a:xfrm rot="10800000">
                <a:off x="510120" y="36972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1" name="Google Shape;1703;p33"/>
              <p:cNvSpPr/>
              <p:nvPr/>
            </p:nvSpPr>
            <p:spPr>
              <a:xfrm rot="10800000">
                <a:off x="505440" y="36468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2" name="Google Shape;1704;p33"/>
              <p:cNvSpPr/>
              <p:nvPr/>
            </p:nvSpPr>
            <p:spPr>
              <a:xfrm rot="10800000">
                <a:off x="589320" y="4482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3" name="Google Shape;1705;p33"/>
              <p:cNvSpPr/>
              <p:nvPr/>
            </p:nvSpPr>
            <p:spPr>
              <a:xfrm rot="10800000">
                <a:off x="584280" y="44352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44" name="Google Shape;1706;p33"/>
            <p:cNvGrpSpPr/>
            <p:nvPr/>
          </p:nvGrpSpPr>
          <p:grpSpPr>
            <a:xfrm>
              <a:off x="578160" y="1153440"/>
              <a:ext cx="291600" cy="292320"/>
              <a:chOff x="578160" y="1153440"/>
              <a:chExt cx="291600" cy="292320"/>
            </a:xfrm>
          </p:grpSpPr>
          <p:sp>
            <p:nvSpPr>
              <p:cNvPr id="1245" name="Google Shape;1707;p33"/>
              <p:cNvSpPr/>
              <p:nvPr/>
            </p:nvSpPr>
            <p:spPr>
              <a:xfrm rot="10800000">
                <a:off x="582480" y="115848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6" name="Google Shape;1708;p33"/>
              <p:cNvSpPr/>
              <p:nvPr/>
            </p:nvSpPr>
            <p:spPr>
              <a:xfrm rot="10800000">
                <a:off x="578160" y="115344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7" name="Google Shape;1709;p33"/>
              <p:cNvSpPr/>
              <p:nvPr/>
            </p:nvSpPr>
            <p:spPr>
              <a:xfrm rot="10800000">
                <a:off x="644760" y="12207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8" name="Google Shape;1710;p33"/>
              <p:cNvSpPr/>
              <p:nvPr/>
            </p:nvSpPr>
            <p:spPr>
              <a:xfrm rot="10800000">
                <a:off x="640080" y="12160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49" name="Google Shape;1711;p33"/>
            <p:cNvGrpSpPr/>
            <p:nvPr/>
          </p:nvGrpSpPr>
          <p:grpSpPr>
            <a:xfrm>
              <a:off x="636480" y="1779120"/>
              <a:ext cx="174600" cy="174600"/>
              <a:chOff x="636480" y="1779120"/>
              <a:chExt cx="174600" cy="174600"/>
            </a:xfrm>
          </p:grpSpPr>
          <p:sp>
            <p:nvSpPr>
              <p:cNvPr id="1250" name="Google Shape;1712;p33"/>
              <p:cNvSpPr/>
              <p:nvPr/>
            </p:nvSpPr>
            <p:spPr>
              <a:xfrm rot="10800000">
                <a:off x="641160" y="178344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1" name="Google Shape;1713;p33"/>
              <p:cNvSpPr/>
              <p:nvPr/>
            </p:nvSpPr>
            <p:spPr>
              <a:xfrm rot="10800000">
                <a:off x="636480" y="177912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2" name="Google Shape;1714;p33"/>
              <p:cNvSpPr/>
              <p:nvPr/>
            </p:nvSpPr>
            <p:spPr>
              <a:xfrm rot="10800000">
                <a:off x="677880" y="181980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3" name="Google Shape;1715;p33"/>
              <p:cNvSpPr/>
              <p:nvPr/>
            </p:nvSpPr>
            <p:spPr>
              <a:xfrm rot="10800000">
                <a:off x="672840" y="181548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54" name="Google Shape;1716;p33"/>
            <p:cNvGrpSpPr/>
            <p:nvPr/>
          </p:nvGrpSpPr>
          <p:grpSpPr>
            <a:xfrm>
              <a:off x="432720" y="2003040"/>
              <a:ext cx="174960" cy="26640"/>
              <a:chOff x="432720" y="2003040"/>
              <a:chExt cx="174960" cy="26640"/>
            </a:xfrm>
          </p:grpSpPr>
          <p:sp>
            <p:nvSpPr>
              <p:cNvPr id="1255" name="Google Shape;1717;p33"/>
              <p:cNvSpPr/>
              <p:nvPr/>
            </p:nvSpPr>
            <p:spPr>
              <a:xfrm>
                <a:off x="43272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6" name="Google Shape;1718;p33"/>
              <p:cNvSpPr/>
              <p:nvPr/>
            </p:nvSpPr>
            <p:spPr>
              <a:xfrm>
                <a:off x="50688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7" name="Google Shape;1719;p33"/>
              <p:cNvSpPr/>
              <p:nvPr/>
            </p:nvSpPr>
            <p:spPr>
              <a:xfrm>
                <a:off x="58104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58" name="Google Shape;1720;p33"/>
            <p:cNvGrpSpPr/>
            <p:nvPr/>
          </p:nvGrpSpPr>
          <p:grpSpPr>
            <a:xfrm>
              <a:off x="788040" y="208440"/>
              <a:ext cx="174600" cy="26640"/>
              <a:chOff x="788040" y="208440"/>
              <a:chExt cx="174600" cy="26640"/>
            </a:xfrm>
          </p:grpSpPr>
          <p:sp>
            <p:nvSpPr>
              <p:cNvPr id="1259" name="Google Shape;1721;p33"/>
              <p:cNvSpPr/>
              <p:nvPr/>
            </p:nvSpPr>
            <p:spPr>
              <a:xfrm>
                <a:off x="78804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60" name="Google Shape;1722;p33"/>
              <p:cNvSpPr/>
              <p:nvPr/>
            </p:nvSpPr>
            <p:spPr>
              <a:xfrm>
                <a:off x="8622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61" name="Google Shape;1723;p33"/>
              <p:cNvSpPr/>
              <p:nvPr/>
            </p:nvSpPr>
            <p:spPr>
              <a:xfrm>
                <a:off x="9360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62" name="Google Shape;1724;p33"/>
            <p:cNvGrpSpPr/>
            <p:nvPr/>
          </p:nvGrpSpPr>
          <p:grpSpPr>
            <a:xfrm>
              <a:off x="8129520" y="4988880"/>
              <a:ext cx="174600" cy="26640"/>
              <a:chOff x="8129520" y="4988880"/>
              <a:chExt cx="174600" cy="26640"/>
            </a:xfrm>
          </p:grpSpPr>
          <p:sp>
            <p:nvSpPr>
              <p:cNvPr id="1263" name="Google Shape;1725;p33"/>
              <p:cNvSpPr/>
              <p:nvPr/>
            </p:nvSpPr>
            <p:spPr>
              <a:xfrm>
                <a:off x="81295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64" name="Google Shape;1726;p33"/>
              <p:cNvSpPr/>
              <p:nvPr/>
            </p:nvSpPr>
            <p:spPr>
              <a:xfrm>
                <a:off x="82033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65" name="Google Shape;1727;p33"/>
              <p:cNvSpPr/>
              <p:nvPr/>
            </p:nvSpPr>
            <p:spPr>
              <a:xfrm>
                <a:off x="827748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66" name="Google Shape;1728;p33"/>
            <p:cNvGrpSpPr/>
            <p:nvPr/>
          </p:nvGrpSpPr>
          <p:grpSpPr>
            <a:xfrm>
              <a:off x="8497440" y="3429360"/>
              <a:ext cx="174600" cy="26640"/>
              <a:chOff x="8497440" y="3429360"/>
              <a:chExt cx="174600" cy="26640"/>
            </a:xfrm>
          </p:grpSpPr>
          <p:sp>
            <p:nvSpPr>
              <p:cNvPr id="1267" name="Google Shape;1729;p33"/>
              <p:cNvSpPr/>
              <p:nvPr/>
            </p:nvSpPr>
            <p:spPr>
              <a:xfrm>
                <a:off x="849744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68" name="Google Shape;1730;p33"/>
              <p:cNvSpPr/>
              <p:nvPr/>
            </p:nvSpPr>
            <p:spPr>
              <a:xfrm>
                <a:off x="85716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69" name="Google Shape;1731;p33"/>
              <p:cNvSpPr/>
              <p:nvPr/>
            </p:nvSpPr>
            <p:spPr>
              <a:xfrm>
                <a:off x="86454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270" name="Google Shape;1732;p33"/>
            <p:cNvCxnSpPr/>
            <p:nvPr/>
          </p:nvCxnSpPr>
          <p:spPr>
            <a:xfrm>
              <a:off x="8407080" y="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1271" name="Google Shape;1733;p33"/>
            <p:cNvCxnSpPr/>
            <p:nvPr/>
          </p:nvCxnSpPr>
          <p:spPr>
            <a:xfrm>
              <a:off x="717840" y="298548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sp>
          <p:nvSpPr>
            <p:cNvPr id="1272" name="Google Shape;1734;p33"/>
            <p:cNvSpPr/>
            <p:nvPr/>
          </p:nvSpPr>
          <p:spPr>
            <a:xfrm>
              <a:off x="671760" y="458784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3" name="Google Shape;1735;p33"/>
            <p:cNvSpPr/>
            <p:nvPr/>
          </p:nvSpPr>
          <p:spPr>
            <a:xfrm>
              <a:off x="671760" y="394020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4" name="Google Shape;1736;p33"/>
            <p:cNvSpPr/>
            <p:nvPr/>
          </p:nvSpPr>
          <p:spPr>
            <a:xfrm>
              <a:off x="8361000" y="145368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5" name="Google Shape;1737;p33"/>
            <p:cNvSpPr/>
            <p:nvPr/>
          </p:nvSpPr>
          <p:spPr>
            <a:xfrm>
              <a:off x="8361000" y="23472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PlaceHolder 1"/>
          <p:cNvSpPr>
            <a:spLocks noGrp="1"/>
          </p:cNvSpPr>
          <p:nvPr>
            <p:ph type="title"/>
          </p:nvPr>
        </p:nvSpPr>
        <p:spPr>
          <a:xfrm>
            <a:off x="1807560" y="338400"/>
            <a:ext cx="5528520" cy="61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77" name="PlaceHolder 2"/>
          <p:cNvSpPr>
            <a:spLocks noGrp="1"/>
          </p:cNvSpPr>
          <p:nvPr>
            <p:ph type="title"/>
          </p:nvPr>
        </p:nvSpPr>
        <p:spPr>
          <a:xfrm>
            <a:off x="2779920" y="1627560"/>
            <a:ext cx="72216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8" name="PlaceHolder 3"/>
          <p:cNvSpPr>
            <a:spLocks noGrp="1"/>
          </p:cNvSpPr>
          <p:nvPr>
            <p:ph type="title"/>
          </p:nvPr>
        </p:nvSpPr>
        <p:spPr>
          <a:xfrm>
            <a:off x="5641920" y="1627560"/>
            <a:ext cx="72216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79" name="Google Shape;183;p5"/>
          <p:cNvGrpSpPr/>
          <p:nvPr/>
        </p:nvGrpSpPr>
        <p:grpSpPr>
          <a:xfrm>
            <a:off x="432720" y="0"/>
            <a:ext cx="8278200" cy="5165640"/>
            <a:chOff x="432720" y="0"/>
            <a:chExt cx="8278200" cy="5165640"/>
          </a:xfrm>
        </p:grpSpPr>
        <p:cxnSp>
          <p:nvCxnSpPr>
            <p:cNvPr id="1280" name="Google Shape;184;p5"/>
            <p:cNvCxnSpPr/>
            <p:nvPr/>
          </p:nvCxnSpPr>
          <p:spPr>
            <a:xfrm flipV="1">
              <a:off x="8420040" y="266400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281" name="Google Shape;185;p5"/>
            <p:cNvGrpSpPr/>
            <p:nvPr/>
          </p:nvGrpSpPr>
          <p:grpSpPr>
            <a:xfrm>
              <a:off x="8129520" y="4292280"/>
              <a:ext cx="581400" cy="582120"/>
              <a:chOff x="8129520" y="4292280"/>
              <a:chExt cx="581400" cy="582120"/>
            </a:xfrm>
          </p:grpSpPr>
          <p:sp>
            <p:nvSpPr>
              <p:cNvPr id="1282" name="Google Shape;186;p5"/>
              <p:cNvSpPr/>
              <p:nvPr/>
            </p:nvSpPr>
            <p:spPr>
              <a:xfrm>
                <a:off x="8133840" y="429732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3" name="Google Shape;187;p5"/>
              <p:cNvSpPr/>
              <p:nvPr/>
            </p:nvSpPr>
            <p:spPr>
              <a:xfrm>
                <a:off x="8129520" y="429228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4" name="Google Shape;188;p5"/>
              <p:cNvSpPr/>
              <p:nvPr/>
            </p:nvSpPr>
            <p:spPr>
              <a:xfrm>
                <a:off x="8206200" y="436968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5" name="Google Shape;189;p5"/>
              <p:cNvSpPr/>
              <p:nvPr/>
            </p:nvSpPr>
            <p:spPr>
              <a:xfrm>
                <a:off x="8201880" y="436464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6" name="Google Shape;190;p5"/>
              <p:cNvSpPr/>
              <p:nvPr/>
            </p:nvSpPr>
            <p:spPr>
              <a:xfrm>
                <a:off x="8284680" y="44481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7" name="Google Shape;191;p5"/>
              <p:cNvSpPr/>
              <p:nvPr/>
            </p:nvSpPr>
            <p:spPr>
              <a:xfrm>
                <a:off x="8280360" y="444384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88" name="Google Shape;192;p5"/>
            <p:cNvGrpSpPr/>
            <p:nvPr/>
          </p:nvGrpSpPr>
          <p:grpSpPr>
            <a:xfrm>
              <a:off x="8274240" y="3720600"/>
              <a:ext cx="291600" cy="292320"/>
              <a:chOff x="8274240" y="3720600"/>
              <a:chExt cx="291600" cy="292320"/>
            </a:xfrm>
          </p:grpSpPr>
          <p:sp>
            <p:nvSpPr>
              <p:cNvPr id="1289" name="Google Shape;193;p5"/>
              <p:cNvSpPr/>
              <p:nvPr/>
            </p:nvSpPr>
            <p:spPr>
              <a:xfrm>
                <a:off x="8279280" y="372564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0" name="Google Shape;194;p5"/>
              <p:cNvSpPr/>
              <p:nvPr/>
            </p:nvSpPr>
            <p:spPr>
              <a:xfrm>
                <a:off x="8274240" y="372060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1" name="Google Shape;195;p5"/>
              <p:cNvSpPr/>
              <p:nvPr/>
            </p:nvSpPr>
            <p:spPr>
              <a:xfrm>
                <a:off x="8341200" y="37875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2" name="Google Shape;196;p5"/>
              <p:cNvSpPr/>
              <p:nvPr/>
            </p:nvSpPr>
            <p:spPr>
              <a:xfrm>
                <a:off x="8336520" y="37828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93" name="Google Shape;197;p5"/>
            <p:cNvGrpSpPr/>
            <p:nvPr/>
          </p:nvGrpSpPr>
          <p:grpSpPr>
            <a:xfrm>
              <a:off x="8332920" y="3212640"/>
              <a:ext cx="174600" cy="174600"/>
              <a:chOff x="8332920" y="3212640"/>
              <a:chExt cx="174600" cy="174600"/>
            </a:xfrm>
          </p:grpSpPr>
          <p:sp>
            <p:nvSpPr>
              <p:cNvPr id="1294" name="Google Shape;198;p5"/>
              <p:cNvSpPr/>
              <p:nvPr/>
            </p:nvSpPr>
            <p:spPr>
              <a:xfrm>
                <a:off x="8337240" y="321768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5" name="Google Shape;199;p5"/>
              <p:cNvSpPr/>
              <p:nvPr/>
            </p:nvSpPr>
            <p:spPr>
              <a:xfrm>
                <a:off x="8332920" y="321264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6" name="Google Shape;200;p5"/>
              <p:cNvSpPr/>
              <p:nvPr/>
            </p:nvSpPr>
            <p:spPr>
              <a:xfrm>
                <a:off x="8373960" y="325368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7" name="Google Shape;201;p5"/>
              <p:cNvSpPr/>
              <p:nvPr/>
            </p:nvSpPr>
            <p:spPr>
              <a:xfrm>
                <a:off x="8368920" y="324936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298" name="Google Shape;202;p5"/>
            <p:cNvCxnSpPr/>
            <p:nvPr/>
          </p:nvCxnSpPr>
          <p:spPr>
            <a:xfrm>
              <a:off x="723600" y="36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299" name="Google Shape;203;p5"/>
            <p:cNvGrpSpPr/>
            <p:nvPr/>
          </p:nvGrpSpPr>
          <p:grpSpPr>
            <a:xfrm>
              <a:off x="433080" y="291960"/>
              <a:ext cx="581400" cy="582120"/>
              <a:chOff x="433080" y="291960"/>
              <a:chExt cx="581400" cy="582120"/>
            </a:xfrm>
          </p:grpSpPr>
          <p:sp>
            <p:nvSpPr>
              <p:cNvPr id="1300" name="Google Shape;204;p5"/>
              <p:cNvSpPr/>
              <p:nvPr/>
            </p:nvSpPr>
            <p:spPr>
              <a:xfrm rot="10800000">
                <a:off x="437760" y="29700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01" name="Google Shape;205;p5"/>
              <p:cNvSpPr/>
              <p:nvPr/>
            </p:nvSpPr>
            <p:spPr>
              <a:xfrm rot="10800000">
                <a:off x="433080" y="29196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02" name="Google Shape;206;p5"/>
              <p:cNvSpPr/>
              <p:nvPr/>
            </p:nvSpPr>
            <p:spPr>
              <a:xfrm rot="10800000">
                <a:off x="510120" y="36972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03" name="Google Shape;207;p5"/>
              <p:cNvSpPr/>
              <p:nvPr/>
            </p:nvSpPr>
            <p:spPr>
              <a:xfrm rot="10800000">
                <a:off x="505440" y="36468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04" name="Google Shape;208;p5"/>
              <p:cNvSpPr/>
              <p:nvPr/>
            </p:nvSpPr>
            <p:spPr>
              <a:xfrm rot="10800000">
                <a:off x="589320" y="4482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05" name="Google Shape;209;p5"/>
              <p:cNvSpPr/>
              <p:nvPr/>
            </p:nvSpPr>
            <p:spPr>
              <a:xfrm rot="10800000">
                <a:off x="584280" y="44352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06" name="Google Shape;210;p5"/>
            <p:cNvGrpSpPr/>
            <p:nvPr/>
          </p:nvGrpSpPr>
          <p:grpSpPr>
            <a:xfrm>
              <a:off x="578160" y="1153440"/>
              <a:ext cx="291600" cy="292320"/>
              <a:chOff x="578160" y="1153440"/>
              <a:chExt cx="291600" cy="292320"/>
            </a:xfrm>
          </p:grpSpPr>
          <p:sp>
            <p:nvSpPr>
              <p:cNvPr id="1307" name="Google Shape;211;p5"/>
              <p:cNvSpPr/>
              <p:nvPr/>
            </p:nvSpPr>
            <p:spPr>
              <a:xfrm rot="10800000">
                <a:off x="582480" y="115848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08" name="Google Shape;212;p5"/>
              <p:cNvSpPr/>
              <p:nvPr/>
            </p:nvSpPr>
            <p:spPr>
              <a:xfrm rot="10800000">
                <a:off x="578160" y="115344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09" name="Google Shape;213;p5"/>
              <p:cNvSpPr/>
              <p:nvPr/>
            </p:nvSpPr>
            <p:spPr>
              <a:xfrm rot="10800000">
                <a:off x="644760" y="12207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0" name="Google Shape;214;p5"/>
              <p:cNvSpPr/>
              <p:nvPr/>
            </p:nvSpPr>
            <p:spPr>
              <a:xfrm rot="10800000">
                <a:off x="640080" y="12160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11" name="Google Shape;215;p5"/>
            <p:cNvGrpSpPr/>
            <p:nvPr/>
          </p:nvGrpSpPr>
          <p:grpSpPr>
            <a:xfrm>
              <a:off x="636480" y="1779120"/>
              <a:ext cx="174600" cy="174600"/>
              <a:chOff x="636480" y="1779120"/>
              <a:chExt cx="174600" cy="174600"/>
            </a:xfrm>
          </p:grpSpPr>
          <p:sp>
            <p:nvSpPr>
              <p:cNvPr id="1312" name="Google Shape;216;p5"/>
              <p:cNvSpPr/>
              <p:nvPr/>
            </p:nvSpPr>
            <p:spPr>
              <a:xfrm rot="10800000">
                <a:off x="641160" y="178344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3" name="Google Shape;217;p5"/>
              <p:cNvSpPr/>
              <p:nvPr/>
            </p:nvSpPr>
            <p:spPr>
              <a:xfrm rot="10800000">
                <a:off x="636480" y="177912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4" name="Google Shape;218;p5"/>
              <p:cNvSpPr/>
              <p:nvPr/>
            </p:nvSpPr>
            <p:spPr>
              <a:xfrm rot="10800000">
                <a:off x="677880" y="181980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5" name="Google Shape;219;p5"/>
              <p:cNvSpPr/>
              <p:nvPr/>
            </p:nvSpPr>
            <p:spPr>
              <a:xfrm rot="10800000">
                <a:off x="672840" y="181548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16" name="Google Shape;220;p5"/>
            <p:cNvGrpSpPr/>
            <p:nvPr/>
          </p:nvGrpSpPr>
          <p:grpSpPr>
            <a:xfrm>
              <a:off x="432720" y="2003040"/>
              <a:ext cx="174960" cy="26640"/>
              <a:chOff x="432720" y="2003040"/>
              <a:chExt cx="174960" cy="26640"/>
            </a:xfrm>
          </p:grpSpPr>
          <p:sp>
            <p:nvSpPr>
              <p:cNvPr id="1317" name="Google Shape;221;p5"/>
              <p:cNvSpPr/>
              <p:nvPr/>
            </p:nvSpPr>
            <p:spPr>
              <a:xfrm>
                <a:off x="43272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8" name="Google Shape;222;p5"/>
              <p:cNvSpPr/>
              <p:nvPr/>
            </p:nvSpPr>
            <p:spPr>
              <a:xfrm>
                <a:off x="50688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9" name="Google Shape;223;p5"/>
              <p:cNvSpPr/>
              <p:nvPr/>
            </p:nvSpPr>
            <p:spPr>
              <a:xfrm>
                <a:off x="58104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20" name="Google Shape;224;p5"/>
            <p:cNvGrpSpPr/>
            <p:nvPr/>
          </p:nvGrpSpPr>
          <p:grpSpPr>
            <a:xfrm>
              <a:off x="788040" y="208440"/>
              <a:ext cx="174600" cy="26640"/>
              <a:chOff x="788040" y="208440"/>
              <a:chExt cx="174600" cy="26640"/>
            </a:xfrm>
          </p:grpSpPr>
          <p:sp>
            <p:nvSpPr>
              <p:cNvPr id="1321" name="Google Shape;225;p5"/>
              <p:cNvSpPr/>
              <p:nvPr/>
            </p:nvSpPr>
            <p:spPr>
              <a:xfrm>
                <a:off x="78804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2" name="Google Shape;226;p5"/>
              <p:cNvSpPr/>
              <p:nvPr/>
            </p:nvSpPr>
            <p:spPr>
              <a:xfrm>
                <a:off x="8622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3" name="Google Shape;227;p5"/>
              <p:cNvSpPr/>
              <p:nvPr/>
            </p:nvSpPr>
            <p:spPr>
              <a:xfrm>
                <a:off x="9360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24" name="Google Shape;228;p5"/>
            <p:cNvGrpSpPr/>
            <p:nvPr/>
          </p:nvGrpSpPr>
          <p:grpSpPr>
            <a:xfrm>
              <a:off x="8129520" y="4988880"/>
              <a:ext cx="174600" cy="26640"/>
              <a:chOff x="8129520" y="4988880"/>
              <a:chExt cx="174600" cy="26640"/>
            </a:xfrm>
          </p:grpSpPr>
          <p:sp>
            <p:nvSpPr>
              <p:cNvPr id="1325" name="Google Shape;229;p5"/>
              <p:cNvSpPr/>
              <p:nvPr/>
            </p:nvSpPr>
            <p:spPr>
              <a:xfrm>
                <a:off x="81295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6" name="Google Shape;230;p5"/>
              <p:cNvSpPr/>
              <p:nvPr/>
            </p:nvSpPr>
            <p:spPr>
              <a:xfrm>
                <a:off x="82033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7" name="Google Shape;231;p5"/>
              <p:cNvSpPr/>
              <p:nvPr/>
            </p:nvSpPr>
            <p:spPr>
              <a:xfrm>
                <a:off x="827748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28" name="Google Shape;232;p5"/>
            <p:cNvGrpSpPr/>
            <p:nvPr/>
          </p:nvGrpSpPr>
          <p:grpSpPr>
            <a:xfrm>
              <a:off x="8497440" y="3429360"/>
              <a:ext cx="174600" cy="26640"/>
              <a:chOff x="8497440" y="3429360"/>
              <a:chExt cx="174600" cy="26640"/>
            </a:xfrm>
          </p:grpSpPr>
          <p:sp>
            <p:nvSpPr>
              <p:cNvPr id="1329" name="Google Shape;233;p5"/>
              <p:cNvSpPr/>
              <p:nvPr/>
            </p:nvSpPr>
            <p:spPr>
              <a:xfrm>
                <a:off x="849744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0" name="Google Shape;234;p5"/>
              <p:cNvSpPr/>
              <p:nvPr/>
            </p:nvSpPr>
            <p:spPr>
              <a:xfrm>
                <a:off x="85716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1" name="Google Shape;235;p5"/>
              <p:cNvSpPr/>
              <p:nvPr/>
            </p:nvSpPr>
            <p:spPr>
              <a:xfrm>
                <a:off x="86454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332" name="Google Shape;236;p5"/>
            <p:cNvCxnSpPr/>
            <p:nvPr/>
          </p:nvCxnSpPr>
          <p:spPr>
            <a:xfrm>
              <a:off x="8407080" y="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1333" name="Google Shape;237;p5"/>
            <p:cNvCxnSpPr/>
            <p:nvPr/>
          </p:nvCxnSpPr>
          <p:spPr>
            <a:xfrm>
              <a:off x="717840" y="298548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sp>
          <p:nvSpPr>
            <p:cNvPr id="1334" name="Google Shape;238;p5"/>
            <p:cNvSpPr/>
            <p:nvPr/>
          </p:nvSpPr>
          <p:spPr>
            <a:xfrm>
              <a:off x="671760" y="458784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5" name="Google Shape;239;p5"/>
            <p:cNvSpPr/>
            <p:nvPr/>
          </p:nvSpPr>
          <p:spPr>
            <a:xfrm>
              <a:off x="671760" y="394020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6" name="Google Shape;240;p5"/>
            <p:cNvSpPr/>
            <p:nvPr/>
          </p:nvSpPr>
          <p:spPr>
            <a:xfrm>
              <a:off x="8361000" y="145368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7" name="Google Shape;241;p5"/>
            <p:cNvSpPr/>
            <p:nvPr/>
          </p:nvSpPr>
          <p:spPr>
            <a:xfrm>
              <a:off x="8361000" y="23472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PlaceHolder 1"/>
          <p:cNvSpPr>
            <a:spLocks noGrp="1"/>
          </p:cNvSpPr>
          <p:nvPr>
            <p:ph type="title"/>
          </p:nvPr>
        </p:nvSpPr>
        <p:spPr>
          <a:xfrm>
            <a:off x="1823400" y="338400"/>
            <a:ext cx="54964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339" name="Google Shape;244;p6"/>
          <p:cNvGrpSpPr/>
          <p:nvPr/>
        </p:nvGrpSpPr>
        <p:grpSpPr>
          <a:xfrm>
            <a:off x="432720" y="0"/>
            <a:ext cx="8278200" cy="5165640"/>
            <a:chOff x="432720" y="0"/>
            <a:chExt cx="8278200" cy="5165640"/>
          </a:xfrm>
        </p:grpSpPr>
        <p:cxnSp>
          <p:nvCxnSpPr>
            <p:cNvPr id="1340" name="Google Shape;245;p6"/>
            <p:cNvCxnSpPr/>
            <p:nvPr/>
          </p:nvCxnSpPr>
          <p:spPr>
            <a:xfrm flipV="1">
              <a:off x="8420040" y="266400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341" name="Google Shape;246;p6"/>
            <p:cNvGrpSpPr/>
            <p:nvPr/>
          </p:nvGrpSpPr>
          <p:grpSpPr>
            <a:xfrm>
              <a:off x="8129520" y="4292280"/>
              <a:ext cx="581400" cy="582120"/>
              <a:chOff x="8129520" y="4292280"/>
              <a:chExt cx="581400" cy="582120"/>
            </a:xfrm>
          </p:grpSpPr>
          <p:sp>
            <p:nvSpPr>
              <p:cNvPr id="1342" name="Google Shape;247;p6"/>
              <p:cNvSpPr/>
              <p:nvPr/>
            </p:nvSpPr>
            <p:spPr>
              <a:xfrm>
                <a:off x="8133840" y="429732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43" name="Google Shape;248;p6"/>
              <p:cNvSpPr/>
              <p:nvPr/>
            </p:nvSpPr>
            <p:spPr>
              <a:xfrm>
                <a:off x="8129520" y="429228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44" name="Google Shape;249;p6"/>
              <p:cNvSpPr/>
              <p:nvPr/>
            </p:nvSpPr>
            <p:spPr>
              <a:xfrm>
                <a:off x="8206200" y="436968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45" name="Google Shape;250;p6"/>
              <p:cNvSpPr/>
              <p:nvPr/>
            </p:nvSpPr>
            <p:spPr>
              <a:xfrm>
                <a:off x="8201880" y="436464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46" name="Google Shape;251;p6"/>
              <p:cNvSpPr/>
              <p:nvPr/>
            </p:nvSpPr>
            <p:spPr>
              <a:xfrm>
                <a:off x="8284680" y="44481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47" name="Google Shape;252;p6"/>
              <p:cNvSpPr/>
              <p:nvPr/>
            </p:nvSpPr>
            <p:spPr>
              <a:xfrm>
                <a:off x="8280360" y="444384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48" name="Google Shape;253;p6"/>
            <p:cNvGrpSpPr/>
            <p:nvPr/>
          </p:nvGrpSpPr>
          <p:grpSpPr>
            <a:xfrm>
              <a:off x="8274240" y="3720600"/>
              <a:ext cx="291600" cy="292320"/>
              <a:chOff x="8274240" y="3720600"/>
              <a:chExt cx="291600" cy="292320"/>
            </a:xfrm>
          </p:grpSpPr>
          <p:sp>
            <p:nvSpPr>
              <p:cNvPr id="1349" name="Google Shape;254;p6"/>
              <p:cNvSpPr/>
              <p:nvPr/>
            </p:nvSpPr>
            <p:spPr>
              <a:xfrm>
                <a:off x="8279280" y="372564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0" name="Google Shape;255;p6"/>
              <p:cNvSpPr/>
              <p:nvPr/>
            </p:nvSpPr>
            <p:spPr>
              <a:xfrm>
                <a:off x="8274240" y="372060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1" name="Google Shape;256;p6"/>
              <p:cNvSpPr/>
              <p:nvPr/>
            </p:nvSpPr>
            <p:spPr>
              <a:xfrm>
                <a:off x="8341200" y="37875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2" name="Google Shape;257;p6"/>
              <p:cNvSpPr/>
              <p:nvPr/>
            </p:nvSpPr>
            <p:spPr>
              <a:xfrm>
                <a:off x="8336520" y="37828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53" name="Google Shape;258;p6"/>
            <p:cNvGrpSpPr/>
            <p:nvPr/>
          </p:nvGrpSpPr>
          <p:grpSpPr>
            <a:xfrm>
              <a:off x="8332920" y="3212640"/>
              <a:ext cx="174600" cy="174600"/>
              <a:chOff x="8332920" y="3212640"/>
              <a:chExt cx="174600" cy="174600"/>
            </a:xfrm>
          </p:grpSpPr>
          <p:sp>
            <p:nvSpPr>
              <p:cNvPr id="1354" name="Google Shape;259;p6"/>
              <p:cNvSpPr/>
              <p:nvPr/>
            </p:nvSpPr>
            <p:spPr>
              <a:xfrm>
                <a:off x="8337240" y="321768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5" name="Google Shape;260;p6"/>
              <p:cNvSpPr/>
              <p:nvPr/>
            </p:nvSpPr>
            <p:spPr>
              <a:xfrm>
                <a:off x="8332920" y="321264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6" name="Google Shape;261;p6"/>
              <p:cNvSpPr/>
              <p:nvPr/>
            </p:nvSpPr>
            <p:spPr>
              <a:xfrm>
                <a:off x="8373960" y="325368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7" name="Google Shape;262;p6"/>
              <p:cNvSpPr/>
              <p:nvPr/>
            </p:nvSpPr>
            <p:spPr>
              <a:xfrm>
                <a:off x="8368920" y="324936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358" name="Google Shape;263;p6"/>
            <p:cNvCxnSpPr/>
            <p:nvPr/>
          </p:nvCxnSpPr>
          <p:spPr>
            <a:xfrm>
              <a:off x="723600" y="36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359" name="Google Shape;264;p6"/>
            <p:cNvGrpSpPr/>
            <p:nvPr/>
          </p:nvGrpSpPr>
          <p:grpSpPr>
            <a:xfrm>
              <a:off x="433080" y="291960"/>
              <a:ext cx="581400" cy="582120"/>
              <a:chOff x="433080" y="291960"/>
              <a:chExt cx="581400" cy="582120"/>
            </a:xfrm>
          </p:grpSpPr>
          <p:sp>
            <p:nvSpPr>
              <p:cNvPr id="1360" name="Google Shape;265;p6"/>
              <p:cNvSpPr/>
              <p:nvPr/>
            </p:nvSpPr>
            <p:spPr>
              <a:xfrm rot="10800000">
                <a:off x="437760" y="29700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61" name="Google Shape;266;p6"/>
              <p:cNvSpPr/>
              <p:nvPr/>
            </p:nvSpPr>
            <p:spPr>
              <a:xfrm rot="10800000">
                <a:off x="433080" y="29196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62" name="Google Shape;267;p6"/>
              <p:cNvSpPr/>
              <p:nvPr/>
            </p:nvSpPr>
            <p:spPr>
              <a:xfrm rot="10800000">
                <a:off x="510120" y="36972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63" name="Google Shape;268;p6"/>
              <p:cNvSpPr/>
              <p:nvPr/>
            </p:nvSpPr>
            <p:spPr>
              <a:xfrm rot="10800000">
                <a:off x="505440" y="36468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64" name="Google Shape;269;p6"/>
              <p:cNvSpPr/>
              <p:nvPr/>
            </p:nvSpPr>
            <p:spPr>
              <a:xfrm rot="10800000">
                <a:off x="589320" y="4482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65" name="Google Shape;270;p6"/>
              <p:cNvSpPr/>
              <p:nvPr/>
            </p:nvSpPr>
            <p:spPr>
              <a:xfrm rot="10800000">
                <a:off x="584280" y="44352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66" name="Google Shape;271;p6"/>
            <p:cNvGrpSpPr/>
            <p:nvPr/>
          </p:nvGrpSpPr>
          <p:grpSpPr>
            <a:xfrm>
              <a:off x="578160" y="1153440"/>
              <a:ext cx="291600" cy="292320"/>
              <a:chOff x="578160" y="1153440"/>
              <a:chExt cx="291600" cy="292320"/>
            </a:xfrm>
          </p:grpSpPr>
          <p:sp>
            <p:nvSpPr>
              <p:cNvPr id="1367" name="Google Shape;272;p6"/>
              <p:cNvSpPr/>
              <p:nvPr/>
            </p:nvSpPr>
            <p:spPr>
              <a:xfrm rot="10800000">
                <a:off x="582480" y="115848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68" name="Google Shape;273;p6"/>
              <p:cNvSpPr/>
              <p:nvPr/>
            </p:nvSpPr>
            <p:spPr>
              <a:xfrm rot="10800000">
                <a:off x="578160" y="115344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69" name="Google Shape;274;p6"/>
              <p:cNvSpPr/>
              <p:nvPr/>
            </p:nvSpPr>
            <p:spPr>
              <a:xfrm rot="10800000">
                <a:off x="644760" y="12207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70" name="Google Shape;275;p6"/>
              <p:cNvSpPr/>
              <p:nvPr/>
            </p:nvSpPr>
            <p:spPr>
              <a:xfrm rot="10800000">
                <a:off x="640080" y="12160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71" name="Google Shape;276;p6"/>
            <p:cNvGrpSpPr/>
            <p:nvPr/>
          </p:nvGrpSpPr>
          <p:grpSpPr>
            <a:xfrm>
              <a:off x="636480" y="1779120"/>
              <a:ext cx="174600" cy="174600"/>
              <a:chOff x="636480" y="1779120"/>
              <a:chExt cx="174600" cy="174600"/>
            </a:xfrm>
          </p:grpSpPr>
          <p:sp>
            <p:nvSpPr>
              <p:cNvPr id="1372" name="Google Shape;277;p6"/>
              <p:cNvSpPr/>
              <p:nvPr/>
            </p:nvSpPr>
            <p:spPr>
              <a:xfrm rot="10800000">
                <a:off x="641160" y="178344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73" name="Google Shape;278;p6"/>
              <p:cNvSpPr/>
              <p:nvPr/>
            </p:nvSpPr>
            <p:spPr>
              <a:xfrm rot="10800000">
                <a:off x="636480" y="177912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74" name="Google Shape;279;p6"/>
              <p:cNvSpPr/>
              <p:nvPr/>
            </p:nvSpPr>
            <p:spPr>
              <a:xfrm rot="10800000">
                <a:off x="677880" y="181980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75" name="Google Shape;280;p6"/>
              <p:cNvSpPr/>
              <p:nvPr/>
            </p:nvSpPr>
            <p:spPr>
              <a:xfrm rot="10800000">
                <a:off x="672840" y="181548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76" name="Google Shape;281;p6"/>
            <p:cNvGrpSpPr/>
            <p:nvPr/>
          </p:nvGrpSpPr>
          <p:grpSpPr>
            <a:xfrm>
              <a:off x="432720" y="2003040"/>
              <a:ext cx="174960" cy="26640"/>
              <a:chOff x="432720" y="2003040"/>
              <a:chExt cx="174960" cy="26640"/>
            </a:xfrm>
          </p:grpSpPr>
          <p:sp>
            <p:nvSpPr>
              <p:cNvPr id="1377" name="Google Shape;282;p6"/>
              <p:cNvSpPr/>
              <p:nvPr/>
            </p:nvSpPr>
            <p:spPr>
              <a:xfrm>
                <a:off x="43272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78" name="Google Shape;283;p6"/>
              <p:cNvSpPr/>
              <p:nvPr/>
            </p:nvSpPr>
            <p:spPr>
              <a:xfrm>
                <a:off x="50688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79" name="Google Shape;284;p6"/>
              <p:cNvSpPr/>
              <p:nvPr/>
            </p:nvSpPr>
            <p:spPr>
              <a:xfrm>
                <a:off x="58104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80" name="Google Shape;285;p6"/>
            <p:cNvGrpSpPr/>
            <p:nvPr/>
          </p:nvGrpSpPr>
          <p:grpSpPr>
            <a:xfrm>
              <a:off x="788040" y="208440"/>
              <a:ext cx="174600" cy="26640"/>
              <a:chOff x="788040" y="208440"/>
              <a:chExt cx="174600" cy="26640"/>
            </a:xfrm>
          </p:grpSpPr>
          <p:sp>
            <p:nvSpPr>
              <p:cNvPr id="1381" name="Google Shape;286;p6"/>
              <p:cNvSpPr/>
              <p:nvPr/>
            </p:nvSpPr>
            <p:spPr>
              <a:xfrm>
                <a:off x="78804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82" name="Google Shape;287;p6"/>
              <p:cNvSpPr/>
              <p:nvPr/>
            </p:nvSpPr>
            <p:spPr>
              <a:xfrm>
                <a:off x="8622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83" name="Google Shape;288;p6"/>
              <p:cNvSpPr/>
              <p:nvPr/>
            </p:nvSpPr>
            <p:spPr>
              <a:xfrm>
                <a:off x="9360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84" name="Google Shape;289;p6"/>
            <p:cNvGrpSpPr/>
            <p:nvPr/>
          </p:nvGrpSpPr>
          <p:grpSpPr>
            <a:xfrm>
              <a:off x="8129520" y="4988880"/>
              <a:ext cx="174600" cy="26640"/>
              <a:chOff x="8129520" y="4988880"/>
              <a:chExt cx="174600" cy="26640"/>
            </a:xfrm>
          </p:grpSpPr>
          <p:sp>
            <p:nvSpPr>
              <p:cNvPr id="1385" name="Google Shape;290;p6"/>
              <p:cNvSpPr/>
              <p:nvPr/>
            </p:nvSpPr>
            <p:spPr>
              <a:xfrm>
                <a:off x="81295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86" name="Google Shape;291;p6"/>
              <p:cNvSpPr/>
              <p:nvPr/>
            </p:nvSpPr>
            <p:spPr>
              <a:xfrm>
                <a:off x="82033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87" name="Google Shape;292;p6"/>
              <p:cNvSpPr/>
              <p:nvPr/>
            </p:nvSpPr>
            <p:spPr>
              <a:xfrm>
                <a:off x="827748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88" name="Google Shape;293;p6"/>
            <p:cNvGrpSpPr/>
            <p:nvPr/>
          </p:nvGrpSpPr>
          <p:grpSpPr>
            <a:xfrm>
              <a:off x="8497440" y="3429360"/>
              <a:ext cx="174600" cy="26640"/>
              <a:chOff x="8497440" y="3429360"/>
              <a:chExt cx="174600" cy="26640"/>
            </a:xfrm>
          </p:grpSpPr>
          <p:sp>
            <p:nvSpPr>
              <p:cNvPr id="1389" name="Google Shape;294;p6"/>
              <p:cNvSpPr/>
              <p:nvPr/>
            </p:nvSpPr>
            <p:spPr>
              <a:xfrm>
                <a:off x="849744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90" name="Google Shape;295;p6"/>
              <p:cNvSpPr/>
              <p:nvPr/>
            </p:nvSpPr>
            <p:spPr>
              <a:xfrm>
                <a:off x="85716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91" name="Google Shape;296;p6"/>
              <p:cNvSpPr/>
              <p:nvPr/>
            </p:nvSpPr>
            <p:spPr>
              <a:xfrm>
                <a:off x="86454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392" name="Google Shape;297;p6"/>
            <p:cNvCxnSpPr/>
            <p:nvPr/>
          </p:nvCxnSpPr>
          <p:spPr>
            <a:xfrm>
              <a:off x="8407080" y="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1393" name="Google Shape;298;p6"/>
            <p:cNvCxnSpPr/>
            <p:nvPr/>
          </p:nvCxnSpPr>
          <p:spPr>
            <a:xfrm>
              <a:off x="717840" y="298548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sp>
          <p:nvSpPr>
            <p:cNvPr id="1394" name="Google Shape;299;p6"/>
            <p:cNvSpPr/>
            <p:nvPr/>
          </p:nvSpPr>
          <p:spPr>
            <a:xfrm>
              <a:off x="671760" y="458784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5" name="Google Shape;300;p6"/>
            <p:cNvSpPr/>
            <p:nvPr/>
          </p:nvSpPr>
          <p:spPr>
            <a:xfrm>
              <a:off x="671760" y="394020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6" name="Google Shape;301;p6"/>
            <p:cNvSpPr/>
            <p:nvPr/>
          </p:nvSpPr>
          <p:spPr>
            <a:xfrm>
              <a:off x="8361000" y="145368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7" name="Google Shape;302;p6"/>
            <p:cNvSpPr/>
            <p:nvPr/>
          </p:nvSpPr>
          <p:spPr>
            <a:xfrm>
              <a:off x="8361000" y="23472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PlaceHolder 1"/>
          <p:cNvSpPr>
            <a:spLocks noGrp="1"/>
          </p:cNvSpPr>
          <p:nvPr>
            <p:ph type="title"/>
          </p:nvPr>
        </p:nvSpPr>
        <p:spPr>
          <a:xfrm>
            <a:off x="804600" y="3319200"/>
            <a:ext cx="3291480" cy="402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1399" name="Google Shape;306;p7"/>
          <p:cNvCxnSpPr/>
          <p:nvPr/>
        </p:nvCxnSpPr>
        <p:spPr>
          <a:xfrm>
            <a:off x="1645920" y="523080"/>
            <a:ext cx="1672560" cy="126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400" name="Google Shape;307;p7"/>
          <p:cNvCxnSpPr/>
          <p:nvPr/>
        </p:nvCxnSpPr>
        <p:spPr>
          <a:xfrm flipV="1">
            <a:off x="802800" y="529560"/>
            <a:ext cx="829800" cy="7437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401" name="Google Shape;308;p7"/>
          <p:cNvCxnSpPr/>
          <p:nvPr/>
        </p:nvCxnSpPr>
        <p:spPr>
          <a:xfrm>
            <a:off x="0" y="65160"/>
            <a:ext cx="796680" cy="1188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402" name="Google Shape;309;p7"/>
          <p:cNvGrpSpPr/>
          <p:nvPr/>
        </p:nvGrpSpPr>
        <p:grpSpPr>
          <a:xfrm>
            <a:off x="498960" y="959760"/>
            <a:ext cx="581400" cy="582120"/>
            <a:chOff x="498960" y="959760"/>
            <a:chExt cx="581400" cy="582120"/>
          </a:xfrm>
        </p:grpSpPr>
        <p:sp>
          <p:nvSpPr>
            <p:cNvPr id="1403" name="Google Shape;310;p7"/>
            <p:cNvSpPr/>
            <p:nvPr/>
          </p:nvSpPr>
          <p:spPr>
            <a:xfrm flipH="1">
              <a:off x="504000" y="964800"/>
              <a:ext cx="572400" cy="572040"/>
            </a:xfrm>
            <a:custGeom>
              <a:avLst/>
              <a:gdLst>
                <a:gd name="textAreaLeft" fmla="*/ 360 w 572400"/>
                <a:gd name="textAreaRight" fmla="*/ 57312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4" name="Google Shape;311;p7"/>
            <p:cNvSpPr/>
            <p:nvPr/>
          </p:nvSpPr>
          <p:spPr>
            <a:xfrm flipH="1">
              <a:off x="498600" y="959760"/>
              <a:ext cx="581400" cy="582120"/>
            </a:xfrm>
            <a:custGeom>
              <a:avLst/>
              <a:gdLst>
                <a:gd name="textAreaLeft" fmla="*/ -360 w 581400"/>
                <a:gd name="textAreaRight" fmla="*/ 58140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5" name="Google Shape;312;p7"/>
            <p:cNvSpPr/>
            <p:nvPr/>
          </p:nvSpPr>
          <p:spPr>
            <a:xfrm flipH="1">
              <a:off x="576360" y="1037160"/>
              <a:ext cx="427680" cy="426960"/>
            </a:xfrm>
            <a:custGeom>
              <a:avLst/>
              <a:gdLst>
                <a:gd name="textAreaLeft" fmla="*/ 360 w 427680"/>
                <a:gd name="textAreaRight" fmla="*/ 42840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6" name="Google Shape;313;p7"/>
            <p:cNvSpPr/>
            <p:nvPr/>
          </p:nvSpPr>
          <p:spPr>
            <a:xfrm flipH="1">
              <a:off x="570960" y="1032120"/>
              <a:ext cx="436680" cy="437040"/>
            </a:xfrm>
            <a:custGeom>
              <a:avLst/>
              <a:gdLst>
                <a:gd name="textAreaLeft" fmla="*/ -360 w 436680"/>
                <a:gd name="textAreaRight" fmla="*/ 43668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7" name="Google Shape;314;p7"/>
            <p:cNvSpPr/>
            <p:nvPr/>
          </p:nvSpPr>
          <p:spPr>
            <a:xfrm flipH="1">
              <a:off x="655560" y="1115640"/>
              <a:ext cx="270000" cy="270000"/>
            </a:xfrm>
            <a:custGeom>
              <a:avLst/>
              <a:gdLst>
                <a:gd name="textAreaLeft" fmla="*/ 360 w 270000"/>
                <a:gd name="textAreaRight" fmla="*/ 27072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8" name="Google Shape;315;p7"/>
            <p:cNvSpPr/>
            <p:nvPr/>
          </p:nvSpPr>
          <p:spPr>
            <a:xfrm flipH="1">
              <a:off x="650520" y="1111320"/>
              <a:ext cx="279360" cy="279000"/>
            </a:xfrm>
            <a:custGeom>
              <a:avLst/>
              <a:gdLst>
                <a:gd name="textAreaLeft" fmla="*/ 360 w 279360"/>
                <a:gd name="textAreaRight" fmla="*/ 28008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09" name="Google Shape;316;p7"/>
          <p:cNvGrpSpPr/>
          <p:nvPr/>
        </p:nvGrpSpPr>
        <p:grpSpPr>
          <a:xfrm>
            <a:off x="1500480" y="388080"/>
            <a:ext cx="291600" cy="292320"/>
            <a:chOff x="1500480" y="388080"/>
            <a:chExt cx="291600" cy="292320"/>
          </a:xfrm>
        </p:grpSpPr>
        <p:sp>
          <p:nvSpPr>
            <p:cNvPr id="1410" name="Google Shape;317;p7"/>
            <p:cNvSpPr/>
            <p:nvPr/>
          </p:nvSpPr>
          <p:spPr>
            <a:xfrm flipH="1">
              <a:off x="1504800" y="39312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1" name="Google Shape;318;p7"/>
            <p:cNvSpPr/>
            <p:nvPr/>
          </p:nvSpPr>
          <p:spPr>
            <a:xfrm flipH="1">
              <a:off x="1500480" y="38808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2" name="Google Shape;319;p7"/>
            <p:cNvSpPr/>
            <p:nvPr/>
          </p:nvSpPr>
          <p:spPr>
            <a:xfrm flipH="1">
              <a:off x="1566720" y="45504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3" name="Google Shape;320;p7"/>
            <p:cNvSpPr/>
            <p:nvPr/>
          </p:nvSpPr>
          <p:spPr>
            <a:xfrm flipH="1">
              <a:off x="1561680" y="45036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414" name="Google Shape;321;p7"/>
          <p:cNvSpPr/>
          <p:nvPr/>
        </p:nvSpPr>
        <p:spPr>
          <a:xfrm flipH="1">
            <a:off x="3165480" y="497520"/>
            <a:ext cx="288360" cy="288000"/>
          </a:xfrm>
          <a:custGeom>
            <a:avLst/>
            <a:gdLst>
              <a:gd name="textAreaLeft" fmla="*/ -360 w 288360"/>
              <a:gd name="textAreaRight" fmla="*/ 28836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15" name="Google Shape;322;p7"/>
          <p:cNvSpPr/>
          <p:nvPr/>
        </p:nvSpPr>
        <p:spPr>
          <a:xfrm flipH="1">
            <a:off x="3163320" y="495000"/>
            <a:ext cx="292680" cy="293040"/>
          </a:xfrm>
          <a:custGeom>
            <a:avLst/>
            <a:gdLst>
              <a:gd name="textAreaLeft" fmla="*/ -360 w 292680"/>
              <a:gd name="textAreaRight" fmla="*/ 29268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16" name="Google Shape;323;p7"/>
          <p:cNvSpPr/>
          <p:nvPr/>
        </p:nvSpPr>
        <p:spPr>
          <a:xfrm flipH="1">
            <a:off x="3202920" y="534240"/>
            <a:ext cx="215280" cy="214920"/>
          </a:xfrm>
          <a:custGeom>
            <a:avLst/>
            <a:gdLst>
              <a:gd name="textAreaLeft" fmla="*/ 360 w 215280"/>
              <a:gd name="textAreaRight" fmla="*/ 21600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17" name="Google Shape;324;p7"/>
          <p:cNvSpPr/>
          <p:nvPr/>
        </p:nvSpPr>
        <p:spPr>
          <a:xfrm flipH="1">
            <a:off x="3200400" y="531720"/>
            <a:ext cx="219600" cy="219960"/>
          </a:xfrm>
          <a:custGeom>
            <a:avLst/>
            <a:gdLst>
              <a:gd name="textAreaLeft" fmla="*/ 360 w 219600"/>
              <a:gd name="textAreaRight" fmla="*/ 22032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18" name="Google Shape;325;p7"/>
          <p:cNvSpPr/>
          <p:nvPr/>
        </p:nvSpPr>
        <p:spPr>
          <a:xfrm flipH="1">
            <a:off x="3241800" y="573840"/>
            <a:ext cx="135720" cy="135720"/>
          </a:xfrm>
          <a:custGeom>
            <a:avLst/>
            <a:gdLst>
              <a:gd name="textAreaLeft" fmla="*/ -360 w 135720"/>
              <a:gd name="textAreaRight" fmla="*/ 13572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040" bIns="68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19" name="Google Shape;326;p7"/>
          <p:cNvSpPr/>
          <p:nvPr/>
        </p:nvSpPr>
        <p:spPr>
          <a:xfrm flipH="1">
            <a:off x="3239280" y="571320"/>
            <a:ext cx="140760" cy="140400"/>
          </a:xfrm>
          <a:custGeom>
            <a:avLst/>
            <a:gdLst>
              <a:gd name="textAreaLeft" fmla="*/ -360 w 140760"/>
              <a:gd name="textAreaRight" fmla="*/ 14076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0200" bIns="70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420" name="Google Shape;327;p7"/>
          <p:cNvGrpSpPr/>
          <p:nvPr/>
        </p:nvGrpSpPr>
        <p:grpSpPr>
          <a:xfrm>
            <a:off x="3527280" y="361080"/>
            <a:ext cx="174600" cy="26640"/>
            <a:chOff x="3527280" y="361080"/>
            <a:chExt cx="174600" cy="26640"/>
          </a:xfrm>
        </p:grpSpPr>
        <p:sp>
          <p:nvSpPr>
            <p:cNvPr id="1421" name="Google Shape;328;p7"/>
            <p:cNvSpPr/>
            <p:nvPr/>
          </p:nvSpPr>
          <p:spPr>
            <a:xfrm flipH="1">
              <a:off x="3675240" y="3610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2" name="Google Shape;329;p7"/>
            <p:cNvSpPr/>
            <p:nvPr/>
          </p:nvSpPr>
          <p:spPr>
            <a:xfrm flipH="1">
              <a:off x="3601080" y="3610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3" name="Google Shape;330;p7"/>
            <p:cNvSpPr/>
            <p:nvPr/>
          </p:nvSpPr>
          <p:spPr>
            <a:xfrm flipH="1">
              <a:off x="3527280" y="3610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24" name="Google Shape;331;p7"/>
          <p:cNvGrpSpPr/>
          <p:nvPr/>
        </p:nvGrpSpPr>
        <p:grpSpPr>
          <a:xfrm>
            <a:off x="480240" y="242640"/>
            <a:ext cx="174960" cy="26640"/>
            <a:chOff x="480240" y="242640"/>
            <a:chExt cx="174960" cy="26640"/>
          </a:xfrm>
        </p:grpSpPr>
        <p:sp>
          <p:nvSpPr>
            <p:cNvPr id="1425" name="Google Shape;332;p7"/>
            <p:cNvSpPr/>
            <p:nvPr/>
          </p:nvSpPr>
          <p:spPr>
            <a:xfrm flipH="1">
              <a:off x="628560" y="242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6" name="Google Shape;333;p7"/>
            <p:cNvSpPr/>
            <p:nvPr/>
          </p:nvSpPr>
          <p:spPr>
            <a:xfrm flipH="1">
              <a:off x="554400" y="242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7" name="Google Shape;334;p7"/>
            <p:cNvSpPr/>
            <p:nvPr/>
          </p:nvSpPr>
          <p:spPr>
            <a:xfrm flipH="1">
              <a:off x="480240" y="242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28" name="Google Shape;335;p7"/>
          <p:cNvGrpSpPr/>
          <p:nvPr/>
        </p:nvGrpSpPr>
        <p:grpSpPr>
          <a:xfrm>
            <a:off x="901800" y="1653480"/>
            <a:ext cx="174600" cy="26640"/>
            <a:chOff x="901800" y="1653480"/>
            <a:chExt cx="174600" cy="26640"/>
          </a:xfrm>
        </p:grpSpPr>
        <p:sp>
          <p:nvSpPr>
            <p:cNvPr id="1429" name="Google Shape;336;p7"/>
            <p:cNvSpPr/>
            <p:nvPr/>
          </p:nvSpPr>
          <p:spPr>
            <a:xfrm flipH="1">
              <a:off x="1049760" y="16534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0" name="Google Shape;337;p7"/>
            <p:cNvSpPr/>
            <p:nvPr/>
          </p:nvSpPr>
          <p:spPr>
            <a:xfrm flipH="1">
              <a:off x="975600" y="16534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1" name="Google Shape;338;p7"/>
            <p:cNvSpPr/>
            <p:nvPr/>
          </p:nvSpPr>
          <p:spPr>
            <a:xfrm flipH="1">
              <a:off x="901800" y="16534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432" name="Google Shape;339;p7"/>
          <p:cNvCxnSpPr/>
          <p:nvPr/>
        </p:nvCxnSpPr>
        <p:spPr>
          <a:xfrm>
            <a:off x="791280" y="4212360"/>
            <a:ext cx="1157400" cy="54288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433" name="Google Shape;340;p7"/>
          <p:cNvCxnSpPr/>
          <p:nvPr/>
        </p:nvCxnSpPr>
        <p:spPr>
          <a:xfrm flipV="1">
            <a:off x="0" y="4220280"/>
            <a:ext cx="791640" cy="8366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434" name="Google Shape;341;p7"/>
          <p:cNvGrpSpPr/>
          <p:nvPr/>
        </p:nvGrpSpPr>
        <p:grpSpPr>
          <a:xfrm>
            <a:off x="499680" y="3941280"/>
            <a:ext cx="581400" cy="582120"/>
            <a:chOff x="499680" y="3941280"/>
            <a:chExt cx="581400" cy="582120"/>
          </a:xfrm>
        </p:grpSpPr>
        <p:sp>
          <p:nvSpPr>
            <p:cNvPr id="1435" name="Google Shape;342;p7"/>
            <p:cNvSpPr/>
            <p:nvPr/>
          </p:nvSpPr>
          <p:spPr>
            <a:xfrm rot="10800000">
              <a:off x="504360" y="39463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6" name="Google Shape;343;p7"/>
            <p:cNvSpPr/>
            <p:nvPr/>
          </p:nvSpPr>
          <p:spPr>
            <a:xfrm rot="10800000">
              <a:off x="499680" y="394128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7" name="Google Shape;344;p7"/>
            <p:cNvSpPr/>
            <p:nvPr/>
          </p:nvSpPr>
          <p:spPr>
            <a:xfrm rot="10800000">
              <a:off x="576720" y="401868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8" name="Google Shape;345;p7"/>
            <p:cNvSpPr/>
            <p:nvPr/>
          </p:nvSpPr>
          <p:spPr>
            <a:xfrm rot="10800000">
              <a:off x="572040" y="401364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9" name="Google Shape;346;p7"/>
            <p:cNvSpPr/>
            <p:nvPr/>
          </p:nvSpPr>
          <p:spPr>
            <a:xfrm rot="10800000">
              <a:off x="655560" y="40971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0" name="Google Shape;347;p7"/>
            <p:cNvSpPr/>
            <p:nvPr/>
          </p:nvSpPr>
          <p:spPr>
            <a:xfrm rot="10800000">
              <a:off x="650880" y="40928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41" name="Google Shape;348;p7"/>
          <p:cNvGrpSpPr/>
          <p:nvPr/>
        </p:nvGrpSpPr>
        <p:grpSpPr>
          <a:xfrm>
            <a:off x="1820160" y="4587120"/>
            <a:ext cx="291600" cy="292320"/>
            <a:chOff x="1820160" y="4587120"/>
            <a:chExt cx="291600" cy="292320"/>
          </a:xfrm>
        </p:grpSpPr>
        <p:sp>
          <p:nvSpPr>
            <p:cNvPr id="1442" name="Google Shape;349;p7"/>
            <p:cNvSpPr/>
            <p:nvPr/>
          </p:nvSpPr>
          <p:spPr>
            <a:xfrm rot="10800000">
              <a:off x="1824480" y="459216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3" name="Google Shape;350;p7"/>
            <p:cNvSpPr/>
            <p:nvPr/>
          </p:nvSpPr>
          <p:spPr>
            <a:xfrm rot="10800000">
              <a:off x="1820160" y="458712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4" name="Google Shape;351;p7"/>
            <p:cNvSpPr/>
            <p:nvPr/>
          </p:nvSpPr>
          <p:spPr>
            <a:xfrm rot="10800000">
              <a:off x="1886760" y="46544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5" name="Google Shape;352;p7"/>
            <p:cNvSpPr/>
            <p:nvPr/>
          </p:nvSpPr>
          <p:spPr>
            <a:xfrm rot="10800000">
              <a:off x="1881720" y="464940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46" name="Google Shape;353;p7"/>
          <p:cNvGrpSpPr/>
          <p:nvPr/>
        </p:nvGrpSpPr>
        <p:grpSpPr>
          <a:xfrm>
            <a:off x="212760" y="4645800"/>
            <a:ext cx="174600" cy="174600"/>
            <a:chOff x="212760" y="4645800"/>
            <a:chExt cx="174600" cy="174600"/>
          </a:xfrm>
        </p:grpSpPr>
        <p:sp>
          <p:nvSpPr>
            <p:cNvPr id="1447" name="Google Shape;354;p7"/>
            <p:cNvSpPr/>
            <p:nvPr/>
          </p:nvSpPr>
          <p:spPr>
            <a:xfrm rot="10800000">
              <a:off x="217440" y="46501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8" name="Google Shape;355;p7"/>
            <p:cNvSpPr/>
            <p:nvPr/>
          </p:nvSpPr>
          <p:spPr>
            <a:xfrm rot="10800000">
              <a:off x="212760" y="464580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9" name="Google Shape;356;p7"/>
            <p:cNvSpPr/>
            <p:nvPr/>
          </p:nvSpPr>
          <p:spPr>
            <a:xfrm rot="10800000">
              <a:off x="254160" y="46864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0" name="Google Shape;357;p7"/>
            <p:cNvSpPr/>
            <p:nvPr/>
          </p:nvSpPr>
          <p:spPr>
            <a:xfrm rot="10800000">
              <a:off x="249120" y="468216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51" name="Google Shape;358;p7"/>
          <p:cNvGrpSpPr/>
          <p:nvPr/>
        </p:nvGrpSpPr>
        <p:grpSpPr>
          <a:xfrm>
            <a:off x="480600" y="4852800"/>
            <a:ext cx="174960" cy="26640"/>
            <a:chOff x="480600" y="4852800"/>
            <a:chExt cx="174960" cy="26640"/>
          </a:xfrm>
        </p:grpSpPr>
        <p:sp>
          <p:nvSpPr>
            <p:cNvPr id="1452" name="Google Shape;359;p7"/>
            <p:cNvSpPr/>
            <p:nvPr/>
          </p:nvSpPr>
          <p:spPr>
            <a:xfrm rot="10800000">
              <a:off x="628920" y="4852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3" name="Google Shape;360;p7"/>
            <p:cNvSpPr/>
            <p:nvPr/>
          </p:nvSpPr>
          <p:spPr>
            <a:xfrm rot="10800000">
              <a:off x="554760" y="4852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4" name="Google Shape;361;p7"/>
            <p:cNvSpPr/>
            <p:nvPr/>
          </p:nvSpPr>
          <p:spPr>
            <a:xfrm rot="10800000">
              <a:off x="480600" y="4852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55" name="Google Shape;362;p7"/>
          <p:cNvGrpSpPr/>
          <p:nvPr/>
        </p:nvGrpSpPr>
        <p:grpSpPr>
          <a:xfrm>
            <a:off x="1054440" y="3898800"/>
            <a:ext cx="174600" cy="26640"/>
            <a:chOff x="1054440" y="3898800"/>
            <a:chExt cx="174600" cy="26640"/>
          </a:xfrm>
        </p:grpSpPr>
        <p:sp>
          <p:nvSpPr>
            <p:cNvPr id="1456" name="Google Shape;363;p7"/>
            <p:cNvSpPr/>
            <p:nvPr/>
          </p:nvSpPr>
          <p:spPr>
            <a:xfrm rot="10800000">
              <a:off x="1202400" y="3898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7" name="Google Shape;364;p7"/>
            <p:cNvSpPr/>
            <p:nvPr/>
          </p:nvSpPr>
          <p:spPr>
            <a:xfrm rot="10800000">
              <a:off x="1128600" y="3898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8" name="Google Shape;365;p7"/>
            <p:cNvSpPr/>
            <p:nvPr/>
          </p:nvSpPr>
          <p:spPr>
            <a:xfrm rot="10800000">
              <a:off x="1054440" y="3898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9" name="Google Shape;367;p8"/>
          <p:cNvGrpSpPr/>
          <p:nvPr/>
        </p:nvGrpSpPr>
        <p:grpSpPr>
          <a:xfrm>
            <a:off x="1349640" y="598320"/>
            <a:ext cx="6453360" cy="3630600"/>
            <a:chOff x="1349640" y="598320"/>
            <a:chExt cx="6453360" cy="3630600"/>
          </a:xfrm>
        </p:grpSpPr>
        <p:sp>
          <p:nvSpPr>
            <p:cNvPr id="1460" name="Google Shape;368;p8"/>
            <p:cNvSpPr/>
            <p:nvPr/>
          </p:nvSpPr>
          <p:spPr>
            <a:xfrm>
              <a:off x="1349640" y="598320"/>
              <a:ext cx="6453360" cy="3630600"/>
            </a:xfrm>
            <a:custGeom>
              <a:avLst/>
              <a:gdLst>
                <a:gd name="textAreaLeft" fmla="*/ 0 w 6453360"/>
                <a:gd name="textAreaRight" fmla="*/ 6453720 w 6453360"/>
                <a:gd name="textAreaTop" fmla="*/ 0 h 3630600"/>
                <a:gd name="textAreaBottom" fmla="*/ 3630960 h 3630600"/>
              </a:gdLst>
              <a:ahLst/>
              <a:cxnLst/>
              <a:rect l="textAreaLeft" t="textAreaTop" r="textAreaRight" b="textAreaBottom"/>
              <a:pathLst>
                <a:path w="277371" h="13262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1" name="Google Shape;369;p8"/>
            <p:cNvSpPr/>
            <p:nvPr/>
          </p:nvSpPr>
          <p:spPr>
            <a:xfrm>
              <a:off x="1397520" y="599040"/>
              <a:ext cx="6368040" cy="3629520"/>
            </a:xfrm>
            <a:custGeom>
              <a:avLst/>
              <a:gdLst>
                <a:gd name="textAreaLeft" fmla="*/ 0 w 6368040"/>
                <a:gd name="textAreaRight" fmla="*/ 6368400 w 6368040"/>
                <a:gd name="textAreaTop" fmla="*/ 0 h 3629520"/>
                <a:gd name="textAreaBottom" fmla="*/ 3629880 h 3629520"/>
              </a:gdLst>
              <a:ahLst/>
              <a:cxnLst/>
              <a:rect l="textAreaLeft" t="textAreaTop" r="textAreaRight" b="textAreaBottom"/>
              <a:pathLst>
                <a:path w="273708" h="13258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462" name="PlaceHolder 1"/>
          <p:cNvSpPr>
            <a:spLocks noGrp="1"/>
          </p:cNvSpPr>
          <p:nvPr>
            <p:ph type="title"/>
          </p:nvPr>
        </p:nvSpPr>
        <p:spPr>
          <a:xfrm>
            <a:off x="2624400" y="1620720"/>
            <a:ext cx="3904200" cy="1901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7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463" name="Google Shape;371;p8"/>
          <p:cNvGrpSpPr/>
          <p:nvPr/>
        </p:nvGrpSpPr>
        <p:grpSpPr>
          <a:xfrm>
            <a:off x="-6840" y="-6480"/>
            <a:ext cx="9152280" cy="5101560"/>
            <a:chOff x="-6840" y="-6480"/>
            <a:chExt cx="9152280" cy="5101560"/>
          </a:xfrm>
        </p:grpSpPr>
        <p:cxnSp>
          <p:nvCxnSpPr>
            <p:cNvPr id="1464" name="Google Shape;372;p8"/>
            <p:cNvCxnSpPr/>
            <p:nvPr/>
          </p:nvCxnSpPr>
          <p:spPr>
            <a:xfrm>
              <a:off x="2904120" y="4512960"/>
              <a:ext cx="1133280" cy="30672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1465" name="Google Shape;373;p8"/>
            <p:cNvCxnSpPr/>
            <p:nvPr/>
          </p:nvCxnSpPr>
          <p:spPr>
            <a:xfrm flipV="1">
              <a:off x="1562040" y="4492080"/>
              <a:ext cx="1342440" cy="31572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1466" name="Google Shape;374;p8"/>
            <p:cNvCxnSpPr/>
            <p:nvPr/>
          </p:nvCxnSpPr>
          <p:spPr>
            <a:xfrm>
              <a:off x="259200" y="4407840"/>
              <a:ext cx="1332360" cy="3924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1467" name="Google Shape;375;p8"/>
            <p:cNvCxnSpPr/>
            <p:nvPr/>
          </p:nvCxnSpPr>
          <p:spPr>
            <a:xfrm>
              <a:off x="-6840" y="3993480"/>
              <a:ext cx="273960" cy="40752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468" name="Google Shape;376;p8"/>
            <p:cNvGrpSpPr/>
            <p:nvPr/>
          </p:nvGrpSpPr>
          <p:grpSpPr>
            <a:xfrm>
              <a:off x="1278000" y="4512960"/>
              <a:ext cx="581400" cy="582120"/>
              <a:chOff x="1278000" y="4512960"/>
              <a:chExt cx="581400" cy="582120"/>
            </a:xfrm>
          </p:grpSpPr>
          <p:sp>
            <p:nvSpPr>
              <p:cNvPr id="1469" name="Google Shape;377;p8"/>
              <p:cNvSpPr/>
              <p:nvPr/>
            </p:nvSpPr>
            <p:spPr>
              <a:xfrm flipH="1">
                <a:off x="1282680" y="4518000"/>
                <a:ext cx="572400" cy="572040"/>
              </a:xfrm>
              <a:custGeom>
                <a:avLst/>
                <a:gdLst>
                  <a:gd name="textAreaLeft" fmla="*/ 360 w 572400"/>
                  <a:gd name="textAreaRight" fmla="*/ 57312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0" name="Google Shape;378;p8"/>
              <p:cNvSpPr/>
              <p:nvPr/>
            </p:nvSpPr>
            <p:spPr>
              <a:xfrm flipH="1">
                <a:off x="1277640" y="4512960"/>
                <a:ext cx="581400" cy="582120"/>
              </a:xfrm>
              <a:custGeom>
                <a:avLst/>
                <a:gdLst>
                  <a:gd name="textAreaLeft" fmla="*/ -360 w 581400"/>
                  <a:gd name="textAreaRight" fmla="*/ 58140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1" name="Google Shape;379;p8"/>
              <p:cNvSpPr/>
              <p:nvPr/>
            </p:nvSpPr>
            <p:spPr>
              <a:xfrm flipH="1">
                <a:off x="1355400" y="4590720"/>
                <a:ext cx="427680" cy="426960"/>
              </a:xfrm>
              <a:custGeom>
                <a:avLst/>
                <a:gdLst>
                  <a:gd name="textAreaLeft" fmla="*/ 360 w 427680"/>
                  <a:gd name="textAreaRight" fmla="*/ 42840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2" name="Google Shape;380;p8"/>
              <p:cNvSpPr/>
              <p:nvPr/>
            </p:nvSpPr>
            <p:spPr>
              <a:xfrm flipH="1">
                <a:off x="1350000" y="4585680"/>
                <a:ext cx="436680" cy="437040"/>
              </a:xfrm>
              <a:custGeom>
                <a:avLst/>
                <a:gdLst>
                  <a:gd name="textAreaLeft" fmla="*/ -360 w 436680"/>
                  <a:gd name="textAreaRight" fmla="*/ 43668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3" name="Google Shape;381;p8"/>
              <p:cNvSpPr/>
              <p:nvPr/>
            </p:nvSpPr>
            <p:spPr>
              <a:xfrm flipH="1">
                <a:off x="1434240" y="4669200"/>
                <a:ext cx="270000" cy="270000"/>
              </a:xfrm>
              <a:custGeom>
                <a:avLst/>
                <a:gdLst>
                  <a:gd name="textAreaLeft" fmla="*/ 360 w 270000"/>
                  <a:gd name="textAreaRight" fmla="*/ 27072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4" name="Google Shape;382;p8"/>
              <p:cNvSpPr/>
              <p:nvPr/>
            </p:nvSpPr>
            <p:spPr>
              <a:xfrm flipH="1">
                <a:off x="1429200" y="4664520"/>
                <a:ext cx="279360" cy="279000"/>
              </a:xfrm>
              <a:custGeom>
                <a:avLst/>
                <a:gdLst>
                  <a:gd name="textAreaLeft" fmla="*/ 360 w 279360"/>
                  <a:gd name="textAreaRight" fmla="*/ 28008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475" name="Google Shape;383;p8"/>
            <p:cNvGrpSpPr/>
            <p:nvPr/>
          </p:nvGrpSpPr>
          <p:grpSpPr>
            <a:xfrm>
              <a:off x="2747520" y="4340520"/>
              <a:ext cx="291600" cy="292320"/>
              <a:chOff x="2747520" y="4340520"/>
              <a:chExt cx="291600" cy="292320"/>
            </a:xfrm>
          </p:grpSpPr>
          <p:sp>
            <p:nvSpPr>
              <p:cNvPr id="1476" name="Google Shape;384;p8"/>
              <p:cNvSpPr/>
              <p:nvPr/>
            </p:nvSpPr>
            <p:spPr>
              <a:xfrm flipH="1">
                <a:off x="2752200" y="4345560"/>
                <a:ext cx="282240" cy="282240"/>
              </a:xfrm>
              <a:custGeom>
                <a:avLst/>
                <a:gdLst>
                  <a:gd name="textAreaLeft" fmla="*/ 360 w 282240"/>
                  <a:gd name="textAreaRight" fmla="*/ 28296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7" name="Google Shape;385;p8"/>
              <p:cNvSpPr/>
              <p:nvPr/>
            </p:nvSpPr>
            <p:spPr>
              <a:xfrm flipH="1">
                <a:off x="2747520" y="4340520"/>
                <a:ext cx="291600" cy="292320"/>
              </a:xfrm>
              <a:custGeom>
                <a:avLst/>
                <a:gdLst>
                  <a:gd name="textAreaLeft" fmla="*/ 360 w 291600"/>
                  <a:gd name="textAreaRight" fmla="*/ 29232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8" name="Google Shape;386;p8"/>
              <p:cNvSpPr/>
              <p:nvPr/>
            </p:nvSpPr>
            <p:spPr>
              <a:xfrm flipH="1">
                <a:off x="2813760" y="4407480"/>
                <a:ext cx="158040" cy="158040"/>
              </a:xfrm>
              <a:custGeom>
                <a:avLst/>
                <a:gdLst>
                  <a:gd name="textAreaLeft" fmla="*/ -360 w 158040"/>
                  <a:gd name="textAreaRight" fmla="*/ 15804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9" name="Google Shape;387;p8"/>
              <p:cNvSpPr/>
              <p:nvPr/>
            </p:nvSpPr>
            <p:spPr>
              <a:xfrm flipH="1">
                <a:off x="2808720" y="4402800"/>
                <a:ext cx="167400" cy="167400"/>
              </a:xfrm>
              <a:custGeom>
                <a:avLst/>
                <a:gdLst>
                  <a:gd name="textAreaLeft" fmla="*/ -360 w 167400"/>
                  <a:gd name="textAreaRight" fmla="*/ 16740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480" name="Google Shape;388;p8"/>
            <p:cNvGrpSpPr/>
            <p:nvPr/>
          </p:nvGrpSpPr>
          <p:grpSpPr>
            <a:xfrm>
              <a:off x="171000" y="4314960"/>
              <a:ext cx="174600" cy="174600"/>
              <a:chOff x="171000" y="4314960"/>
              <a:chExt cx="174600" cy="174600"/>
            </a:xfrm>
          </p:grpSpPr>
          <p:sp>
            <p:nvSpPr>
              <p:cNvPr id="1481" name="Google Shape;389;p8"/>
              <p:cNvSpPr/>
              <p:nvPr/>
            </p:nvSpPr>
            <p:spPr>
              <a:xfrm flipH="1">
                <a:off x="175680" y="4320000"/>
                <a:ext cx="165600" cy="165240"/>
              </a:xfrm>
              <a:custGeom>
                <a:avLst/>
                <a:gdLst>
                  <a:gd name="textAreaLeft" fmla="*/ 360 w 165600"/>
                  <a:gd name="textAreaRight" fmla="*/ 16632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2" name="Google Shape;390;p8"/>
              <p:cNvSpPr/>
              <p:nvPr/>
            </p:nvSpPr>
            <p:spPr>
              <a:xfrm flipH="1">
                <a:off x="170640" y="4314960"/>
                <a:ext cx="174600" cy="174600"/>
              </a:xfrm>
              <a:custGeom>
                <a:avLst/>
                <a:gdLst>
                  <a:gd name="textAreaLeft" fmla="*/ -360 w 174600"/>
                  <a:gd name="textAreaRight" fmla="*/ 17460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3" name="Google Shape;391;p8"/>
              <p:cNvSpPr/>
              <p:nvPr/>
            </p:nvSpPr>
            <p:spPr>
              <a:xfrm flipH="1">
                <a:off x="212400" y="4356360"/>
                <a:ext cx="92160" cy="92880"/>
              </a:xfrm>
              <a:custGeom>
                <a:avLst/>
                <a:gdLst>
                  <a:gd name="textAreaLeft" fmla="*/ 360 w 92160"/>
                  <a:gd name="textAreaRight" fmla="*/ 9288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4" name="Google Shape;392;p8"/>
              <p:cNvSpPr/>
              <p:nvPr/>
            </p:nvSpPr>
            <p:spPr>
              <a:xfrm flipH="1">
                <a:off x="207360" y="4351680"/>
                <a:ext cx="102240" cy="101520"/>
              </a:xfrm>
              <a:custGeom>
                <a:avLst/>
                <a:gdLst>
                  <a:gd name="textAreaLeft" fmla="*/ 360 w 102240"/>
                  <a:gd name="textAreaRight" fmla="*/ 10296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485" name="Google Shape;393;p8"/>
            <p:cNvGrpSpPr/>
            <p:nvPr/>
          </p:nvGrpSpPr>
          <p:grpSpPr>
            <a:xfrm>
              <a:off x="3872880" y="4657680"/>
              <a:ext cx="292680" cy="293040"/>
              <a:chOff x="3872880" y="4657680"/>
              <a:chExt cx="292680" cy="293040"/>
            </a:xfrm>
          </p:grpSpPr>
          <p:sp>
            <p:nvSpPr>
              <p:cNvPr id="1486" name="Google Shape;394;p8"/>
              <p:cNvSpPr/>
              <p:nvPr/>
            </p:nvSpPr>
            <p:spPr>
              <a:xfrm flipH="1">
                <a:off x="3874680" y="4660200"/>
                <a:ext cx="288360" cy="288000"/>
              </a:xfrm>
              <a:custGeom>
                <a:avLst/>
                <a:gdLst>
                  <a:gd name="textAreaLeft" fmla="*/ -360 w 288360"/>
                  <a:gd name="textAreaRight" fmla="*/ 288360 w 288360"/>
                  <a:gd name="textAreaTop" fmla="*/ 0 h 288000"/>
                  <a:gd name="textAreaBottom" fmla="*/ 288360 h 28800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7" name="Google Shape;395;p8"/>
              <p:cNvSpPr/>
              <p:nvPr/>
            </p:nvSpPr>
            <p:spPr>
              <a:xfrm flipH="1">
                <a:off x="3872520" y="4657680"/>
                <a:ext cx="292680" cy="293040"/>
              </a:xfrm>
              <a:custGeom>
                <a:avLst/>
                <a:gdLst>
                  <a:gd name="textAreaLeft" fmla="*/ -360 w 292680"/>
                  <a:gd name="textAreaRight" fmla="*/ 292680 w 292680"/>
                  <a:gd name="textAreaTop" fmla="*/ 0 h 293040"/>
                  <a:gd name="textAreaBottom" fmla="*/ 293400 h 29304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8" name="Google Shape;396;p8"/>
              <p:cNvSpPr/>
              <p:nvPr/>
            </p:nvSpPr>
            <p:spPr>
              <a:xfrm flipH="1">
                <a:off x="3911760" y="4696560"/>
                <a:ext cx="215280" cy="214920"/>
              </a:xfrm>
              <a:custGeom>
                <a:avLst/>
                <a:gdLst>
                  <a:gd name="textAreaLeft" fmla="*/ 360 w 215280"/>
                  <a:gd name="textAreaRight" fmla="*/ 216000 w 215280"/>
                  <a:gd name="textAreaTop" fmla="*/ 0 h 214920"/>
                  <a:gd name="textAreaBottom" fmla="*/ 215280 h 21492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9" name="Google Shape;397;p8"/>
              <p:cNvSpPr/>
              <p:nvPr/>
            </p:nvSpPr>
            <p:spPr>
              <a:xfrm flipH="1">
                <a:off x="3909600" y="4694040"/>
                <a:ext cx="219600" cy="219960"/>
              </a:xfrm>
              <a:custGeom>
                <a:avLst/>
                <a:gdLst>
                  <a:gd name="textAreaLeft" fmla="*/ 360 w 219600"/>
                  <a:gd name="textAreaRight" fmla="*/ 220320 w 219600"/>
                  <a:gd name="textAreaTop" fmla="*/ 0 h 219960"/>
                  <a:gd name="textAreaBottom" fmla="*/ 220320 h 21996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90" name="Google Shape;398;p8"/>
              <p:cNvSpPr/>
              <p:nvPr/>
            </p:nvSpPr>
            <p:spPr>
              <a:xfrm flipH="1">
                <a:off x="3951000" y="4736160"/>
                <a:ext cx="135720" cy="135720"/>
              </a:xfrm>
              <a:custGeom>
                <a:avLst/>
                <a:gdLst>
                  <a:gd name="textAreaLeft" fmla="*/ -360 w 135720"/>
                  <a:gd name="textAreaRight" fmla="*/ 135720 w 135720"/>
                  <a:gd name="textAreaTop" fmla="*/ 0 h 135720"/>
                  <a:gd name="textAreaBottom" fmla="*/ 136080 h 13572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8040" bIns="68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91" name="Google Shape;399;p8"/>
              <p:cNvSpPr/>
              <p:nvPr/>
            </p:nvSpPr>
            <p:spPr>
              <a:xfrm flipH="1">
                <a:off x="3948480" y="4734000"/>
                <a:ext cx="140760" cy="140400"/>
              </a:xfrm>
              <a:custGeom>
                <a:avLst/>
                <a:gdLst>
                  <a:gd name="textAreaLeft" fmla="*/ -360 w 140760"/>
                  <a:gd name="textAreaRight" fmla="*/ 140760 w 140760"/>
                  <a:gd name="textAreaTop" fmla="*/ 0 h 140400"/>
                  <a:gd name="textAreaBottom" fmla="*/ 140760 h 1404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0200" bIns="70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492" name="Google Shape;400;p8"/>
            <p:cNvGrpSpPr/>
            <p:nvPr/>
          </p:nvGrpSpPr>
          <p:grpSpPr>
            <a:xfrm>
              <a:off x="242280" y="4142520"/>
              <a:ext cx="174600" cy="26640"/>
              <a:chOff x="242280" y="4142520"/>
              <a:chExt cx="174600" cy="26640"/>
            </a:xfrm>
          </p:grpSpPr>
          <p:sp>
            <p:nvSpPr>
              <p:cNvPr id="1493" name="Google Shape;401;p8"/>
              <p:cNvSpPr/>
              <p:nvPr/>
            </p:nvSpPr>
            <p:spPr>
              <a:xfrm flipH="1">
                <a:off x="390240" y="414252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94" name="Google Shape;402;p8"/>
              <p:cNvSpPr/>
              <p:nvPr/>
            </p:nvSpPr>
            <p:spPr>
              <a:xfrm flipH="1">
                <a:off x="316440" y="414252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95" name="Google Shape;403;p8"/>
              <p:cNvSpPr/>
              <p:nvPr/>
            </p:nvSpPr>
            <p:spPr>
              <a:xfrm flipH="1">
                <a:off x="242280" y="414252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496" name="Google Shape;404;p8"/>
            <p:cNvCxnSpPr/>
            <p:nvPr/>
          </p:nvCxnSpPr>
          <p:spPr>
            <a:xfrm flipH="1" flipV="1">
              <a:off x="5994720" y="226440"/>
              <a:ext cx="1505160" cy="225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1497" name="Google Shape;405;p8"/>
            <p:cNvCxnSpPr/>
            <p:nvPr/>
          </p:nvCxnSpPr>
          <p:spPr>
            <a:xfrm flipH="1" flipV="1">
              <a:off x="7512840" y="457560"/>
              <a:ext cx="829800" cy="74376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1498" name="Google Shape;406;p8"/>
            <p:cNvCxnSpPr/>
            <p:nvPr/>
          </p:nvCxnSpPr>
          <p:spPr>
            <a:xfrm flipH="1">
              <a:off x="8348760" y="-6480"/>
              <a:ext cx="797040" cy="1188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499" name="Google Shape;407;p8"/>
            <p:cNvGrpSpPr/>
            <p:nvPr/>
          </p:nvGrpSpPr>
          <p:grpSpPr>
            <a:xfrm>
              <a:off x="8064360" y="1040400"/>
              <a:ext cx="581400" cy="582120"/>
              <a:chOff x="8064360" y="1040400"/>
              <a:chExt cx="581400" cy="582120"/>
            </a:xfrm>
          </p:grpSpPr>
          <p:sp>
            <p:nvSpPr>
              <p:cNvPr id="1500" name="Google Shape;408;p8"/>
              <p:cNvSpPr/>
              <p:nvPr/>
            </p:nvSpPr>
            <p:spPr>
              <a:xfrm>
                <a:off x="8068680" y="104544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01" name="Google Shape;409;p8"/>
              <p:cNvSpPr/>
              <p:nvPr/>
            </p:nvSpPr>
            <p:spPr>
              <a:xfrm>
                <a:off x="8064360" y="104040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02" name="Google Shape;410;p8"/>
              <p:cNvSpPr/>
              <p:nvPr/>
            </p:nvSpPr>
            <p:spPr>
              <a:xfrm>
                <a:off x="8141040" y="111780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03" name="Google Shape;411;p8"/>
              <p:cNvSpPr/>
              <p:nvPr/>
            </p:nvSpPr>
            <p:spPr>
              <a:xfrm>
                <a:off x="8136720" y="111276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04" name="Google Shape;412;p8"/>
              <p:cNvSpPr/>
              <p:nvPr/>
            </p:nvSpPr>
            <p:spPr>
              <a:xfrm>
                <a:off x="8219880" y="119628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05" name="Google Shape;413;p8"/>
              <p:cNvSpPr/>
              <p:nvPr/>
            </p:nvSpPr>
            <p:spPr>
              <a:xfrm>
                <a:off x="8215200" y="119196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506" name="Google Shape;414;p8"/>
            <p:cNvGrpSpPr/>
            <p:nvPr/>
          </p:nvGrpSpPr>
          <p:grpSpPr>
            <a:xfrm>
              <a:off x="7353000" y="316440"/>
              <a:ext cx="291600" cy="292320"/>
              <a:chOff x="7353000" y="316440"/>
              <a:chExt cx="291600" cy="292320"/>
            </a:xfrm>
          </p:grpSpPr>
          <p:sp>
            <p:nvSpPr>
              <p:cNvPr id="1507" name="Google Shape;415;p8"/>
              <p:cNvSpPr/>
              <p:nvPr/>
            </p:nvSpPr>
            <p:spPr>
              <a:xfrm>
                <a:off x="7358040" y="32112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08" name="Google Shape;416;p8"/>
              <p:cNvSpPr/>
              <p:nvPr/>
            </p:nvSpPr>
            <p:spPr>
              <a:xfrm>
                <a:off x="7353000" y="31644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09" name="Google Shape;417;p8"/>
              <p:cNvSpPr/>
              <p:nvPr/>
            </p:nvSpPr>
            <p:spPr>
              <a:xfrm>
                <a:off x="7419960" y="38304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10" name="Google Shape;418;p8"/>
              <p:cNvSpPr/>
              <p:nvPr/>
            </p:nvSpPr>
            <p:spPr>
              <a:xfrm>
                <a:off x="7415640" y="37872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511" name="Google Shape;419;p8"/>
            <p:cNvGrpSpPr/>
            <p:nvPr/>
          </p:nvGrpSpPr>
          <p:grpSpPr>
            <a:xfrm>
              <a:off x="8792280" y="321120"/>
              <a:ext cx="174600" cy="174600"/>
              <a:chOff x="8792280" y="321120"/>
              <a:chExt cx="174600" cy="174600"/>
            </a:xfrm>
          </p:grpSpPr>
          <p:sp>
            <p:nvSpPr>
              <p:cNvPr id="1512" name="Google Shape;420;p8"/>
              <p:cNvSpPr/>
              <p:nvPr/>
            </p:nvSpPr>
            <p:spPr>
              <a:xfrm>
                <a:off x="8796600" y="32616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13" name="Google Shape;421;p8"/>
              <p:cNvSpPr/>
              <p:nvPr/>
            </p:nvSpPr>
            <p:spPr>
              <a:xfrm>
                <a:off x="8792280" y="32112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14" name="Google Shape;422;p8"/>
              <p:cNvSpPr/>
              <p:nvPr/>
            </p:nvSpPr>
            <p:spPr>
              <a:xfrm>
                <a:off x="8833680" y="36252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15" name="Google Shape;423;p8"/>
              <p:cNvSpPr/>
              <p:nvPr/>
            </p:nvSpPr>
            <p:spPr>
              <a:xfrm>
                <a:off x="8828640" y="35820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516" name="Google Shape;424;p8"/>
            <p:cNvSpPr/>
            <p:nvPr/>
          </p:nvSpPr>
          <p:spPr>
            <a:xfrm>
              <a:off x="5829480" y="68760"/>
              <a:ext cx="288360" cy="288000"/>
            </a:xfrm>
            <a:custGeom>
              <a:avLst/>
              <a:gdLst>
                <a:gd name="textAreaLeft" fmla="*/ 0 w 288360"/>
                <a:gd name="textAreaRight" fmla="*/ 28872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7" name="Google Shape;425;p8"/>
            <p:cNvSpPr/>
            <p:nvPr/>
          </p:nvSpPr>
          <p:spPr>
            <a:xfrm>
              <a:off x="5826960" y="66240"/>
              <a:ext cx="292680" cy="293040"/>
            </a:xfrm>
            <a:custGeom>
              <a:avLst/>
              <a:gdLst>
                <a:gd name="textAreaLeft" fmla="*/ 0 w 292680"/>
                <a:gd name="textAreaRight" fmla="*/ 29304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8" name="Google Shape;426;p8"/>
            <p:cNvSpPr/>
            <p:nvPr/>
          </p:nvSpPr>
          <p:spPr>
            <a:xfrm>
              <a:off x="5865840" y="105120"/>
              <a:ext cx="215280" cy="214920"/>
            </a:xfrm>
            <a:custGeom>
              <a:avLst/>
              <a:gdLst>
                <a:gd name="textAreaLeft" fmla="*/ 0 w 215280"/>
                <a:gd name="textAreaRight" fmla="*/ 21564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9" name="Google Shape;427;p8"/>
            <p:cNvSpPr/>
            <p:nvPr/>
          </p:nvSpPr>
          <p:spPr>
            <a:xfrm>
              <a:off x="5863680" y="102600"/>
              <a:ext cx="219600" cy="219960"/>
            </a:xfrm>
            <a:custGeom>
              <a:avLst/>
              <a:gdLst>
                <a:gd name="textAreaLeft" fmla="*/ 0 w 219600"/>
                <a:gd name="textAreaRight" fmla="*/ 21996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0" name="Google Shape;428;p8"/>
            <p:cNvSpPr/>
            <p:nvPr/>
          </p:nvSpPr>
          <p:spPr>
            <a:xfrm>
              <a:off x="5905440" y="144720"/>
              <a:ext cx="135720" cy="135720"/>
            </a:xfrm>
            <a:custGeom>
              <a:avLst/>
              <a:gdLst>
                <a:gd name="textAreaLeft" fmla="*/ 0 w 135720"/>
                <a:gd name="textAreaRight" fmla="*/ 13608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1" name="Google Shape;429;p8"/>
            <p:cNvSpPr/>
            <p:nvPr/>
          </p:nvSpPr>
          <p:spPr>
            <a:xfrm>
              <a:off x="5903280" y="142560"/>
              <a:ext cx="140760" cy="140400"/>
            </a:xfrm>
            <a:custGeom>
              <a:avLst/>
              <a:gdLst>
                <a:gd name="textAreaLeft" fmla="*/ 0 w 140760"/>
                <a:gd name="textAreaRight" fmla="*/ 14112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522" name="Google Shape;430;p8"/>
            <p:cNvGrpSpPr/>
            <p:nvPr/>
          </p:nvGrpSpPr>
          <p:grpSpPr>
            <a:xfrm>
              <a:off x="8489880" y="171000"/>
              <a:ext cx="174960" cy="26640"/>
              <a:chOff x="8489880" y="171000"/>
              <a:chExt cx="174960" cy="26640"/>
            </a:xfrm>
          </p:grpSpPr>
          <p:sp>
            <p:nvSpPr>
              <p:cNvPr id="1523" name="Google Shape;431;p8"/>
              <p:cNvSpPr/>
              <p:nvPr/>
            </p:nvSpPr>
            <p:spPr>
              <a:xfrm>
                <a:off x="8489880" y="17100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24" name="Google Shape;432;p8"/>
              <p:cNvSpPr/>
              <p:nvPr/>
            </p:nvSpPr>
            <p:spPr>
              <a:xfrm>
                <a:off x="8564040" y="17100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25" name="Google Shape;433;p8"/>
              <p:cNvSpPr/>
              <p:nvPr/>
            </p:nvSpPr>
            <p:spPr>
              <a:xfrm>
                <a:off x="8638200" y="17100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526" name="Google Shape;434;p8"/>
            <p:cNvGrpSpPr/>
            <p:nvPr/>
          </p:nvGrpSpPr>
          <p:grpSpPr>
            <a:xfrm>
              <a:off x="8678520" y="1658160"/>
              <a:ext cx="174600" cy="26640"/>
              <a:chOff x="8678520" y="1658160"/>
              <a:chExt cx="174600" cy="26640"/>
            </a:xfrm>
          </p:grpSpPr>
          <p:sp>
            <p:nvSpPr>
              <p:cNvPr id="1527" name="Google Shape;435;p8"/>
              <p:cNvSpPr/>
              <p:nvPr/>
            </p:nvSpPr>
            <p:spPr>
              <a:xfrm>
                <a:off x="8678520" y="16581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28" name="Google Shape;436;p8"/>
              <p:cNvSpPr/>
              <p:nvPr/>
            </p:nvSpPr>
            <p:spPr>
              <a:xfrm>
                <a:off x="8752320" y="16581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29" name="Google Shape;437;p8"/>
              <p:cNvSpPr/>
              <p:nvPr/>
            </p:nvSpPr>
            <p:spPr>
              <a:xfrm>
                <a:off x="8826480" y="16581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PlaceHolder 1"/>
          <p:cNvSpPr>
            <a:spLocks noGrp="1"/>
          </p:cNvSpPr>
          <p:nvPr>
            <p:ph type="title"/>
          </p:nvPr>
        </p:nvSpPr>
        <p:spPr>
          <a:xfrm>
            <a:off x="896040" y="2039040"/>
            <a:ext cx="3565800" cy="136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31" name="PlaceHolder 2"/>
          <p:cNvSpPr>
            <a:spLocks noGrp="1"/>
          </p:cNvSpPr>
          <p:nvPr>
            <p:ph type="body"/>
          </p:nvPr>
        </p:nvSpPr>
        <p:spPr>
          <a:xfrm>
            <a:off x="4899240" y="821880"/>
            <a:ext cx="3095640" cy="3478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1532" name="Google Shape;441;p9"/>
          <p:cNvCxnSpPr/>
          <p:nvPr/>
        </p:nvCxnSpPr>
        <p:spPr>
          <a:xfrm>
            <a:off x="1645920" y="523080"/>
            <a:ext cx="1672560" cy="126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533" name="Google Shape;442;p9"/>
          <p:cNvCxnSpPr/>
          <p:nvPr/>
        </p:nvCxnSpPr>
        <p:spPr>
          <a:xfrm flipV="1">
            <a:off x="802800" y="529560"/>
            <a:ext cx="829800" cy="7437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534" name="Google Shape;443;p9"/>
          <p:cNvCxnSpPr/>
          <p:nvPr/>
        </p:nvCxnSpPr>
        <p:spPr>
          <a:xfrm>
            <a:off x="0" y="65160"/>
            <a:ext cx="796680" cy="1188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535" name="Google Shape;444;p9"/>
          <p:cNvGrpSpPr/>
          <p:nvPr/>
        </p:nvGrpSpPr>
        <p:grpSpPr>
          <a:xfrm>
            <a:off x="498960" y="959760"/>
            <a:ext cx="581400" cy="582120"/>
            <a:chOff x="498960" y="959760"/>
            <a:chExt cx="581400" cy="582120"/>
          </a:xfrm>
        </p:grpSpPr>
        <p:sp>
          <p:nvSpPr>
            <p:cNvPr id="1536" name="Google Shape;445;p9"/>
            <p:cNvSpPr/>
            <p:nvPr/>
          </p:nvSpPr>
          <p:spPr>
            <a:xfrm flipH="1">
              <a:off x="504000" y="964800"/>
              <a:ext cx="572400" cy="572040"/>
            </a:xfrm>
            <a:custGeom>
              <a:avLst/>
              <a:gdLst>
                <a:gd name="textAreaLeft" fmla="*/ 360 w 572400"/>
                <a:gd name="textAreaRight" fmla="*/ 57312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7" name="Google Shape;446;p9"/>
            <p:cNvSpPr/>
            <p:nvPr/>
          </p:nvSpPr>
          <p:spPr>
            <a:xfrm flipH="1">
              <a:off x="498600" y="959760"/>
              <a:ext cx="581400" cy="582120"/>
            </a:xfrm>
            <a:custGeom>
              <a:avLst/>
              <a:gdLst>
                <a:gd name="textAreaLeft" fmla="*/ -360 w 581400"/>
                <a:gd name="textAreaRight" fmla="*/ 58140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8" name="Google Shape;447;p9"/>
            <p:cNvSpPr/>
            <p:nvPr/>
          </p:nvSpPr>
          <p:spPr>
            <a:xfrm flipH="1">
              <a:off x="576360" y="1037160"/>
              <a:ext cx="427680" cy="426960"/>
            </a:xfrm>
            <a:custGeom>
              <a:avLst/>
              <a:gdLst>
                <a:gd name="textAreaLeft" fmla="*/ 360 w 427680"/>
                <a:gd name="textAreaRight" fmla="*/ 42840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9" name="Google Shape;448;p9"/>
            <p:cNvSpPr/>
            <p:nvPr/>
          </p:nvSpPr>
          <p:spPr>
            <a:xfrm flipH="1">
              <a:off x="570960" y="1032120"/>
              <a:ext cx="436680" cy="437040"/>
            </a:xfrm>
            <a:custGeom>
              <a:avLst/>
              <a:gdLst>
                <a:gd name="textAreaLeft" fmla="*/ -360 w 436680"/>
                <a:gd name="textAreaRight" fmla="*/ 43668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0" name="Google Shape;449;p9"/>
            <p:cNvSpPr/>
            <p:nvPr/>
          </p:nvSpPr>
          <p:spPr>
            <a:xfrm flipH="1">
              <a:off x="655560" y="1115640"/>
              <a:ext cx="270000" cy="270000"/>
            </a:xfrm>
            <a:custGeom>
              <a:avLst/>
              <a:gdLst>
                <a:gd name="textAreaLeft" fmla="*/ 360 w 270000"/>
                <a:gd name="textAreaRight" fmla="*/ 27072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1" name="Google Shape;450;p9"/>
            <p:cNvSpPr/>
            <p:nvPr/>
          </p:nvSpPr>
          <p:spPr>
            <a:xfrm flipH="1">
              <a:off x="650520" y="1111320"/>
              <a:ext cx="279360" cy="279000"/>
            </a:xfrm>
            <a:custGeom>
              <a:avLst/>
              <a:gdLst>
                <a:gd name="textAreaLeft" fmla="*/ 360 w 279360"/>
                <a:gd name="textAreaRight" fmla="*/ 28008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42" name="Google Shape;451;p9"/>
          <p:cNvGrpSpPr/>
          <p:nvPr/>
        </p:nvGrpSpPr>
        <p:grpSpPr>
          <a:xfrm>
            <a:off x="1500480" y="388080"/>
            <a:ext cx="291600" cy="292320"/>
            <a:chOff x="1500480" y="388080"/>
            <a:chExt cx="291600" cy="292320"/>
          </a:xfrm>
        </p:grpSpPr>
        <p:sp>
          <p:nvSpPr>
            <p:cNvPr id="1543" name="Google Shape;452;p9"/>
            <p:cNvSpPr/>
            <p:nvPr/>
          </p:nvSpPr>
          <p:spPr>
            <a:xfrm flipH="1">
              <a:off x="1504800" y="39312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4" name="Google Shape;453;p9"/>
            <p:cNvSpPr/>
            <p:nvPr/>
          </p:nvSpPr>
          <p:spPr>
            <a:xfrm flipH="1">
              <a:off x="1500480" y="38808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5" name="Google Shape;454;p9"/>
            <p:cNvSpPr/>
            <p:nvPr/>
          </p:nvSpPr>
          <p:spPr>
            <a:xfrm flipH="1">
              <a:off x="1566720" y="45504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6" name="Google Shape;455;p9"/>
            <p:cNvSpPr/>
            <p:nvPr/>
          </p:nvSpPr>
          <p:spPr>
            <a:xfrm flipH="1">
              <a:off x="1561680" y="45036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547" name="Google Shape;456;p9"/>
          <p:cNvSpPr/>
          <p:nvPr/>
        </p:nvSpPr>
        <p:spPr>
          <a:xfrm flipH="1">
            <a:off x="3165480" y="497520"/>
            <a:ext cx="288360" cy="288000"/>
          </a:xfrm>
          <a:custGeom>
            <a:avLst/>
            <a:gdLst>
              <a:gd name="textAreaLeft" fmla="*/ -360 w 288360"/>
              <a:gd name="textAreaRight" fmla="*/ 28836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48" name="Google Shape;457;p9"/>
          <p:cNvSpPr/>
          <p:nvPr/>
        </p:nvSpPr>
        <p:spPr>
          <a:xfrm flipH="1">
            <a:off x="3163320" y="495000"/>
            <a:ext cx="292680" cy="293040"/>
          </a:xfrm>
          <a:custGeom>
            <a:avLst/>
            <a:gdLst>
              <a:gd name="textAreaLeft" fmla="*/ -360 w 292680"/>
              <a:gd name="textAreaRight" fmla="*/ 29268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49" name="Google Shape;458;p9"/>
          <p:cNvSpPr/>
          <p:nvPr/>
        </p:nvSpPr>
        <p:spPr>
          <a:xfrm flipH="1">
            <a:off x="3202920" y="534240"/>
            <a:ext cx="215280" cy="214920"/>
          </a:xfrm>
          <a:custGeom>
            <a:avLst/>
            <a:gdLst>
              <a:gd name="textAreaLeft" fmla="*/ 360 w 215280"/>
              <a:gd name="textAreaRight" fmla="*/ 21600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50" name="Google Shape;459;p9"/>
          <p:cNvSpPr/>
          <p:nvPr/>
        </p:nvSpPr>
        <p:spPr>
          <a:xfrm flipH="1">
            <a:off x="3200400" y="531720"/>
            <a:ext cx="219600" cy="219960"/>
          </a:xfrm>
          <a:custGeom>
            <a:avLst/>
            <a:gdLst>
              <a:gd name="textAreaLeft" fmla="*/ 360 w 219600"/>
              <a:gd name="textAreaRight" fmla="*/ 22032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51" name="Google Shape;460;p9"/>
          <p:cNvSpPr/>
          <p:nvPr/>
        </p:nvSpPr>
        <p:spPr>
          <a:xfrm flipH="1">
            <a:off x="3241800" y="573840"/>
            <a:ext cx="135720" cy="135720"/>
          </a:xfrm>
          <a:custGeom>
            <a:avLst/>
            <a:gdLst>
              <a:gd name="textAreaLeft" fmla="*/ -360 w 135720"/>
              <a:gd name="textAreaRight" fmla="*/ 13572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040" bIns="68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52" name="Google Shape;461;p9"/>
          <p:cNvSpPr/>
          <p:nvPr/>
        </p:nvSpPr>
        <p:spPr>
          <a:xfrm flipH="1">
            <a:off x="3239280" y="571320"/>
            <a:ext cx="140760" cy="140400"/>
          </a:xfrm>
          <a:custGeom>
            <a:avLst/>
            <a:gdLst>
              <a:gd name="textAreaLeft" fmla="*/ -360 w 140760"/>
              <a:gd name="textAreaRight" fmla="*/ 14076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0200" bIns="70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553" name="Google Shape;462;p9"/>
          <p:cNvGrpSpPr/>
          <p:nvPr/>
        </p:nvGrpSpPr>
        <p:grpSpPr>
          <a:xfrm>
            <a:off x="3527280" y="361080"/>
            <a:ext cx="174600" cy="26640"/>
            <a:chOff x="3527280" y="361080"/>
            <a:chExt cx="174600" cy="26640"/>
          </a:xfrm>
        </p:grpSpPr>
        <p:sp>
          <p:nvSpPr>
            <p:cNvPr id="1554" name="Google Shape;463;p9"/>
            <p:cNvSpPr/>
            <p:nvPr/>
          </p:nvSpPr>
          <p:spPr>
            <a:xfrm flipH="1">
              <a:off x="3675240" y="3610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5" name="Google Shape;464;p9"/>
            <p:cNvSpPr/>
            <p:nvPr/>
          </p:nvSpPr>
          <p:spPr>
            <a:xfrm flipH="1">
              <a:off x="3601080" y="3610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6" name="Google Shape;465;p9"/>
            <p:cNvSpPr/>
            <p:nvPr/>
          </p:nvSpPr>
          <p:spPr>
            <a:xfrm flipH="1">
              <a:off x="3527280" y="3610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57" name="Google Shape;466;p9"/>
          <p:cNvGrpSpPr/>
          <p:nvPr/>
        </p:nvGrpSpPr>
        <p:grpSpPr>
          <a:xfrm>
            <a:off x="480240" y="242640"/>
            <a:ext cx="174960" cy="26640"/>
            <a:chOff x="480240" y="242640"/>
            <a:chExt cx="174960" cy="26640"/>
          </a:xfrm>
        </p:grpSpPr>
        <p:sp>
          <p:nvSpPr>
            <p:cNvPr id="1558" name="Google Shape;467;p9"/>
            <p:cNvSpPr/>
            <p:nvPr/>
          </p:nvSpPr>
          <p:spPr>
            <a:xfrm flipH="1">
              <a:off x="628560" y="242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9" name="Google Shape;468;p9"/>
            <p:cNvSpPr/>
            <p:nvPr/>
          </p:nvSpPr>
          <p:spPr>
            <a:xfrm flipH="1">
              <a:off x="554400" y="242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0" name="Google Shape;469;p9"/>
            <p:cNvSpPr/>
            <p:nvPr/>
          </p:nvSpPr>
          <p:spPr>
            <a:xfrm flipH="1">
              <a:off x="480240" y="242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61" name="Google Shape;470;p9"/>
          <p:cNvGrpSpPr/>
          <p:nvPr/>
        </p:nvGrpSpPr>
        <p:grpSpPr>
          <a:xfrm>
            <a:off x="901800" y="1653480"/>
            <a:ext cx="174600" cy="26640"/>
            <a:chOff x="901800" y="1653480"/>
            <a:chExt cx="174600" cy="26640"/>
          </a:xfrm>
        </p:grpSpPr>
        <p:sp>
          <p:nvSpPr>
            <p:cNvPr id="1562" name="Google Shape;471;p9"/>
            <p:cNvSpPr/>
            <p:nvPr/>
          </p:nvSpPr>
          <p:spPr>
            <a:xfrm flipH="1">
              <a:off x="1049760" y="16534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3" name="Google Shape;472;p9"/>
            <p:cNvSpPr/>
            <p:nvPr/>
          </p:nvSpPr>
          <p:spPr>
            <a:xfrm flipH="1">
              <a:off x="975600" y="16534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4" name="Google Shape;473;p9"/>
            <p:cNvSpPr/>
            <p:nvPr/>
          </p:nvSpPr>
          <p:spPr>
            <a:xfrm flipH="1">
              <a:off x="901800" y="16534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565" name="Google Shape;474;p9"/>
          <p:cNvCxnSpPr/>
          <p:nvPr/>
        </p:nvCxnSpPr>
        <p:spPr>
          <a:xfrm>
            <a:off x="791280" y="4212360"/>
            <a:ext cx="1157400" cy="54288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566" name="Google Shape;475;p9"/>
          <p:cNvCxnSpPr/>
          <p:nvPr/>
        </p:nvCxnSpPr>
        <p:spPr>
          <a:xfrm flipV="1">
            <a:off x="0" y="4220280"/>
            <a:ext cx="791640" cy="8366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567" name="Google Shape;476;p9"/>
          <p:cNvGrpSpPr/>
          <p:nvPr/>
        </p:nvGrpSpPr>
        <p:grpSpPr>
          <a:xfrm>
            <a:off x="499680" y="3941280"/>
            <a:ext cx="581400" cy="582120"/>
            <a:chOff x="499680" y="3941280"/>
            <a:chExt cx="581400" cy="582120"/>
          </a:xfrm>
        </p:grpSpPr>
        <p:sp>
          <p:nvSpPr>
            <p:cNvPr id="1568" name="Google Shape;477;p9"/>
            <p:cNvSpPr/>
            <p:nvPr/>
          </p:nvSpPr>
          <p:spPr>
            <a:xfrm rot="10800000">
              <a:off x="504360" y="39463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9" name="Google Shape;478;p9"/>
            <p:cNvSpPr/>
            <p:nvPr/>
          </p:nvSpPr>
          <p:spPr>
            <a:xfrm rot="10800000">
              <a:off x="499680" y="394128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0" name="Google Shape;479;p9"/>
            <p:cNvSpPr/>
            <p:nvPr/>
          </p:nvSpPr>
          <p:spPr>
            <a:xfrm rot="10800000">
              <a:off x="576720" y="401868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1" name="Google Shape;480;p9"/>
            <p:cNvSpPr/>
            <p:nvPr/>
          </p:nvSpPr>
          <p:spPr>
            <a:xfrm rot="10800000">
              <a:off x="572040" y="401364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2" name="Google Shape;481;p9"/>
            <p:cNvSpPr/>
            <p:nvPr/>
          </p:nvSpPr>
          <p:spPr>
            <a:xfrm rot="10800000">
              <a:off x="655560" y="40971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3" name="Google Shape;482;p9"/>
            <p:cNvSpPr/>
            <p:nvPr/>
          </p:nvSpPr>
          <p:spPr>
            <a:xfrm rot="10800000">
              <a:off x="650880" y="40928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74" name="Google Shape;483;p9"/>
          <p:cNvGrpSpPr/>
          <p:nvPr/>
        </p:nvGrpSpPr>
        <p:grpSpPr>
          <a:xfrm>
            <a:off x="1820160" y="4587120"/>
            <a:ext cx="291600" cy="292320"/>
            <a:chOff x="1820160" y="4587120"/>
            <a:chExt cx="291600" cy="292320"/>
          </a:xfrm>
        </p:grpSpPr>
        <p:sp>
          <p:nvSpPr>
            <p:cNvPr id="1575" name="Google Shape;484;p9"/>
            <p:cNvSpPr/>
            <p:nvPr/>
          </p:nvSpPr>
          <p:spPr>
            <a:xfrm rot="10800000">
              <a:off x="1824480" y="459216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6" name="Google Shape;485;p9"/>
            <p:cNvSpPr/>
            <p:nvPr/>
          </p:nvSpPr>
          <p:spPr>
            <a:xfrm rot="10800000">
              <a:off x="1820160" y="458712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7" name="Google Shape;486;p9"/>
            <p:cNvSpPr/>
            <p:nvPr/>
          </p:nvSpPr>
          <p:spPr>
            <a:xfrm rot="10800000">
              <a:off x="1886760" y="46544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8" name="Google Shape;487;p9"/>
            <p:cNvSpPr/>
            <p:nvPr/>
          </p:nvSpPr>
          <p:spPr>
            <a:xfrm rot="10800000">
              <a:off x="1881720" y="464940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79" name="Google Shape;488;p9"/>
          <p:cNvGrpSpPr/>
          <p:nvPr/>
        </p:nvGrpSpPr>
        <p:grpSpPr>
          <a:xfrm>
            <a:off x="212760" y="4645800"/>
            <a:ext cx="174600" cy="174600"/>
            <a:chOff x="212760" y="4645800"/>
            <a:chExt cx="174600" cy="174600"/>
          </a:xfrm>
        </p:grpSpPr>
        <p:sp>
          <p:nvSpPr>
            <p:cNvPr id="1580" name="Google Shape;489;p9"/>
            <p:cNvSpPr/>
            <p:nvPr/>
          </p:nvSpPr>
          <p:spPr>
            <a:xfrm rot="10800000">
              <a:off x="217440" y="46501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1" name="Google Shape;490;p9"/>
            <p:cNvSpPr/>
            <p:nvPr/>
          </p:nvSpPr>
          <p:spPr>
            <a:xfrm rot="10800000">
              <a:off x="212760" y="464580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2" name="Google Shape;491;p9"/>
            <p:cNvSpPr/>
            <p:nvPr/>
          </p:nvSpPr>
          <p:spPr>
            <a:xfrm rot="10800000">
              <a:off x="254160" y="46864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3" name="Google Shape;492;p9"/>
            <p:cNvSpPr/>
            <p:nvPr/>
          </p:nvSpPr>
          <p:spPr>
            <a:xfrm rot="10800000">
              <a:off x="249120" y="468216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84" name="Google Shape;493;p9"/>
          <p:cNvGrpSpPr/>
          <p:nvPr/>
        </p:nvGrpSpPr>
        <p:grpSpPr>
          <a:xfrm>
            <a:off x="480600" y="4852800"/>
            <a:ext cx="174960" cy="26640"/>
            <a:chOff x="480600" y="4852800"/>
            <a:chExt cx="174960" cy="26640"/>
          </a:xfrm>
        </p:grpSpPr>
        <p:sp>
          <p:nvSpPr>
            <p:cNvPr id="1585" name="Google Shape;494;p9"/>
            <p:cNvSpPr/>
            <p:nvPr/>
          </p:nvSpPr>
          <p:spPr>
            <a:xfrm rot="10800000">
              <a:off x="628920" y="4852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6" name="Google Shape;495;p9"/>
            <p:cNvSpPr/>
            <p:nvPr/>
          </p:nvSpPr>
          <p:spPr>
            <a:xfrm rot="10800000">
              <a:off x="554760" y="4852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7" name="Google Shape;496;p9"/>
            <p:cNvSpPr/>
            <p:nvPr/>
          </p:nvSpPr>
          <p:spPr>
            <a:xfrm rot="10800000">
              <a:off x="480600" y="4852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88" name="Google Shape;497;p9"/>
          <p:cNvGrpSpPr/>
          <p:nvPr/>
        </p:nvGrpSpPr>
        <p:grpSpPr>
          <a:xfrm>
            <a:off x="1054440" y="3898800"/>
            <a:ext cx="174600" cy="26640"/>
            <a:chOff x="1054440" y="3898800"/>
            <a:chExt cx="174600" cy="26640"/>
          </a:xfrm>
        </p:grpSpPr>
        <p:sp>
          <p:nvSpPr>
            <p:cNvPr id="1589" name="Google Shape;498;p9"/>
            <p:cNvSpPr/>
            <p:nvPr/>
          </p:nvSpPr>
          <p:spPr>
            <a:xfrm rot="10800000">
              <a:off x="1202400" y="3898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0" name="Google Shape;499;p9"/>
            <p:cNvSpPr/>
            <p:nvPr/>
          </p:nvSpPr>
          <p:spPr>
            <a:xfrm rot="10800000">
              <a:off x="1128600" y="3898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1" name="Google Shape;500;p9"/>
            <p:cNvSpPr/>
            <p:nvPr/>
          </p:nvSpPr>
          <p:spPr>
            <a:xfrm rot="10800000">
              <a:off x="1054440" y="3898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PlaceHolder 1"/>
          <p:cNvSpPr>
            <a:spLocks noGrp="1"/>
          </p:cNvSpPr>
          <p:nvPr>
            <p:ph type="body"/>
          </p:nvPr>
        </p:nvSpPr>
        <p:spPr>
          <a:xfrm>
            <a:off x="1122120" y="1947600"/>
            <a:ext cx="2788560" cy="136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593" name="PlaceHolder 2"/>
          <p:cNvSpPr>
            <a:spLocks noGrp="1"/>
          </p:cNvSpPr>
          <p:nvPr>
            <p:ph type="title"/>
          </p:nvPr>
        </p:nvSpPr>
        <p:spPr>
          <a:xfrm>
            <a:off x="2100600" y="347400"/>
            <a:ext cx="4946760" cy="585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1594" name="Google Shape;504;p10"/>
          <p:cNvCxnSpPr/>
          <p:nvPr/>
        </p:nvCxnSpPr>
        <p:spPr>
          <a:xfrm>
            <a:off x="590400" y="4340520"/>
            <a:ext cx="1213200" cy="4230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595" name="Google Shape;505;p10"/>
          <p:cNvCxnSpPr/>
          <p:nvPr/>
        </p:nvCxnSpPr>
        <p:spPr>
          <a:xfrm flipV="1">
            <a:off x="7920" y="4332600"/>
            <a:ext cx="582840" cy="65448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596" name="Google Shape;506;p10"/>
          <p:cNvGrpSpPr/>
          <p:nvPr/>
        </p:nvGrpSpPr>
        <p:grpSpPr>
          <a:xfrm>
            <a:off x="431640" y="4183920"/>
            <a:ext cx="291600" cy="292320"/>
            <a:chOff x="431640" y="4183920"/>
            <a:chExt cx="291600" cy="292320"/>
          </a:xfrm>
        </p:grpSpPr>
        <p:sp>
          <p:nvSpPr>
            <p:cNvPr id="1597" name="Google Shape;507;p10"/>
            <p:cNvSpPr/>
            <p:nvPr/>
          </p:nvSpPr>
          <p:spPr>
            <a:xfrm flipH="1">
              <a:off x="436320" y="418860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8" name="Google Shape;508;p10"/>
            <p:cNvSpPr/>
            <p:nvPr/>
          </p:nvSpPr>
          <p:spPr>
            <a:xfrm flipH="1">
              <a:off x="431640" y="418392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9" name="Google Shape;509;p10"/>
            <p:cNvSpPr/>
            <p:nvPr/>
          </p:nvSpPr>
          <p:spPr>
            <a:xfrm flipH="1">
              <a:off x="497880" y="425052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0" name="Google Shape;510;p10"/>
            <p:cNvSpPr/>
            <p:nvPr/>
          </p:nvSpPr>
          <p:spPr>
            <a:xfrm flipH="1">
              <a:off x="492840" y="424620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601" name="Google Shape;511;p10"/>
          <p:cNvGrpSpPr/>
          <p:nvPr/>
        </p:nvGrpSpPr>
        <p:grpSpPr>
          <a:xfrm>
            <a:off x="1646280" y="4616640"/>
            <a:ext cx="292680" cy="293040"/>
            <a:chOff x="1646280" y="4616640"/>
            <a:chExt cx="292680" cy="293040"/>
          </a:xfrm>
        </p:grpSpPr>
        <p:sp>
          <p:nvSpPr>
            <p:cNvPr id="1602" name="Google Shape;512;p10"/>
            <p:cNvSpPr/>
            <p:nvPr/>
          </p:nvSpPr>
          <p:spPr>
            <a:xfrm flipH="1">
              <a:off x="1648080" y="461916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3" name="Google Shape;513;p10"/>
            <p:cNvSpPr/>
            <p:nvPr/>
          </p:nvSpPr>
          <p:spPr>
            <a:xfrm flipH="1">
              <a:off x="1645920" y="461664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4" name="Google Shape;514;p10"/>
            <p:cNvSpPr/>
            <p:nvPr/>
          </p:nvSpPr>
          <p:spPr>
            <a:xfrm flipH="1">
              <a:off x="1685520" y="465552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5" name="Google Shape;515;p10"/>
            <p:cNvSpPr/>
            <p:nvPr/>
          </p:nvSpPr>
          <p:spPr>
            <a:xfrm flipH="1">
              <a:off x="1683360" y="465300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6" name="Google Shape;516;p10"/>
            <p:cNvSpPr/>
            <p:nvPr/>
          </p:nvSpPr>
          <p:spPr>
            <a:xfrm flipH="1">
              <a:off x="1724760" y="469512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7" name="Google Shape;517;p10"/>
            <p:cNvSpPr/>
            <p:nvPr/>
          </p:nvSpPr>
          <p:spPr>
            <a:xfrm flipH="1">
              <a:off x="1722240" y="469296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608" name="Google Shape;518;p10"/>
          <p:cNvCxnSpPr/>
          <p:nvPr/>
        </p:nvCxnSpPr>
        <p:spPr>
          <a:xfrm flipH="1" flipV="1">
            <a:off x="7196760" y="294840"/>
            <a:ext cx="1157400" cy="5432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609" name="Google Shape;519;p10"/>
          <p:cNvCxnSpPr/>
          <p:nvPr/>
        </p:nvCxnSpPr>
        <p:spPr>
          <a:xfrm flipH="1">
            <a:off x="8353800" y="-6480"/>
            <a:ext cx="792000" cy="83628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610" name="Google Shape;520;p10"/>
          <p:cNvGrpSpPr/>
          <p:nvPr/>
        </p:nvGrpSpPr>
        <p:grpSpPr>
          <a:xfrm>
            <a:off x="8064360" y="527040"/>
            <a:ext cx="581400" cy="582120"/>
            <a:chOff x="8064360" y="527040"/>
            <a:chExt cx="581400" cy="582120"/>
          </a:xfrm>
        </p:grpSpPr>
        <p:sp>
          <p:nvSpPr>
            <p:cNvPr id="1611" name="Google Shape;521;p10"/>
            <p:cNvSpPr/>
            <p:nvPr/>
          </p:nvSpPr>
          <p:spPr>
            <a:xfrm>
              <a:off x="8068680" y="53208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2" name="Google Shape;522;p10"/>
            <p:cNvSpPr/>
            <p:nvPr/>
          </p:nvSpPr>
          <p:spPr>
            <a:xfrm>
              <a:off x="8064360" y="52704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3" name="Google Shape;523;p10"/>
            <p:cNvSpPr/>
            <p:nvPr/>
          </p:nvSpPr>
          <p:spPr>
            <a:xfrm>
              <a:off x="8141040" y="6044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4" name="Google Shape;524;p10"/>
            <p:cNvSpPr/>
            <p:nvPr/>
          </p:nvSpPr>
          <p:spPr>
            <a:xfrm>
              <a:off x="8136720" y="59940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5" name="Google Shape;525;p10"/>
            <p:cNvSpPr/>
            <p:nvPr/>
          </p:nvSpPr>
          <p:spPr>
            <a:xfrm>
              <a:off x="8219880" y="68292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6" name="Google Shape;526;p10"/>
            <p:cNvSpPr/>
            <p:nvPr/>
          </p:nvSpPr>
          <p:spPr>
            <a:xfrm>
              <a:off x="8215200" y="67860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617" name="Google Shape;527;p10"/>
          <p:cNvGrpSpPr/>
          <p:nvPr/>
        </p:nvGrpSpPr>
        <p:grpSpPr>
          <a:xfrm>
            <a:off x="7034040" y="171000"/>
            <a:ext cx="291600" cy="292320"/>
            <a:chOff x="7034040" y="171000"/>
            <a:chExt cx="291600" cy="292320"/>
          </a:xfrm>
        </p:grpSpPr>
        <p:sp>
          <p:nvSpPr>
            <p:cNvPr id="1618" name="Google Shape;528;p10"/>
            <p:cNvSpPr/>
            <p:nvPr/>
          </p:nvSpPr>
          <p:spPr>
            <a:xfrm>
              <a:off x="7039080" y="176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9" name="Google Shape;529;p10"/>
            <p:cNvSpPr/>
            <p:nvPr/>
          </p:nvSpPr>
          <p:spPr>
            <a:xfrm>
              <a:off x="7034040" y="171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0" name="Google Shape;530;p10"/>
            <p:cNvSpPr/>
            <p:nvPr/>
          </p:nvSpPr>
          <p:spPr>
            <a:xfrm>
              <a:off x="7100640" y="237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1" name="Google Shape;531;p10"/>
            <p:cNvSpPr/>
            <p:nvPr/>
          </p:nvSpPr>
          <p:spPr>
            <a:xfrm>
              <a:off x="7096320" y="23328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622" name="Google Shape;532;p10"/>
          <p:cNvGrpSpPr/>
          <p:nvPr/>
        </p:nvGrpSpPr>
        <p:grpSpPr>
          <a:xfrm>
            <a:off x="8758080" y="229680"/>
            <a:ext cx="174600" cy="174600"/>
            <a:chOff x="8758080" y="229680"/>
            <a:chExt cx="174600" cy="174600"/>
          </a:xfrm>
        </p:grpSpPr>
        <p:sp>
          <p:nvSpPr>
            <p:cNvPr id="1623" name="Google Shape;533;p10"/>
            <p:cNvSpPr/>
            <p:nvPr/>
          </p:nvSpPr>
          <p:spPr>
            <a:xfrm>
              <a:off x="8762400" y="2347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4" name="Google Shape;534;p10"/>
            <p:cNvSpPr/>
            <p:nvPr/>
          </p:nvSpPr>
          <p:spPr>
            <a:xfrm>
              <a:off x="8758080" y="2296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5" name="Google Shape;535;p10"/>
            <p:cNvSpPr/>
            <p:nvPr/>
          </p:nvSpPr>
          <p:spPr>
            <a:xfrm>
              <a:off x="8799120" y="2710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6" name="Google Shape;536;p10"/>
            <p:cNvSpPr/>
            <p:nvPr/>
          </p:nvSpPr>
          <p:spPr>
            <a:xfrm>
              <a:off x="8794080" y="26640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627" name="Google Shape;537;p10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1628" name="Google Shape;538;p10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9" name="Google Shape;539;p10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0" name="Google Shape;540;p10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631" name="Google Shape;541;p10"/>
          <p:cNvGrpSpPr/>
          <p:nvPr/>
        </p:nvGrpSpPr>
        <p:grpSpPr>
          <a:xfrm>
            <a:off x="7916400" y="1124640"/>
            <a:ext cx="174600" cy="26640"/>
            <a:chOff x="7916400" y="1124640"/>
            <a:chExt cx="174600" cy="26640"/>
          </a:xfrm>
        </p:grpSpPr>
        <p:sp>
          <p:nvSpPr>
            <p:cNvPr id="1632" name="Google Shape;542;p10"/>
            <p:cNvSpPr/>
            <p:nvPr/>
          </p:nvSpPr>
          <p:spPr>
            <a:xfrm>
              <a:off x="79164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3" name="Google Shape;543;p10"/>
            <p:cNvSpPr/>
            <p:nvPr/>
          </p:nvSpPr>
          <p:spPr>
            <a:xfrm>
              <a:off x="79902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4" name="Google Shape;544;p10"/>
            <p:cNvSpPr/>
            <p:nvPr/>
          </p:nvSpPr>
          <p:spPr>
            <a:xfrm>
              <a:off x="806436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1.xml"/><Relationship Id="rId21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5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8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27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0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546;p11"/>
          <p:cNvGrpSpPr/>
          <p:nvPr/>
        </p:nvGrpSpPr>
        <p:grpSpPr>
          <a:xfrm>
            <a:off x="1955160" y="1125000"/>
            <a:ext cx="5234040" cy="3069000"/>
            <a:chOff x="1955160" y="1125000"/>
            <a:chExt cx="5234040" cy="3069000"/>
          </a:xfrm>
        </p:grpSpPr>
        <p:sp>
          <p:nvSpPr>
            <p:cNvPr id="36" name="Google Shape;547;p11"/>
            <p:cNvSpPr/>
            <p:nvPr/>
          </p:nvSpPr>
          <p:spPr>
            <a:xfrm rot="10800000">
              <a:off x="1955160" y="1125720"/>
              <a:ext cx="5234040" cy="3068280"/>
            </a:xfrm>
            <a:custGeom>
              <a:avLst/>
              <a:gdLst>
                <a:gd name="textAreaLeft" fmla="*/ 0 w 5234040"/>
                <a:gd name="textAreaRight" fmla="*/ 5234400 w 5234040"/>
                <a:gd name="textAreaTop" fmla="*/ 0 h 3068280"/>
                <a:gd name="textAreaBottom" fmla="*/ 3068640 h 3068280"/>
              </a:gdLst>
              <a:ahLst/>
              <a:cxnLst/>
              <a:rect l="textAreaLeft" t="textAreaTop" r="textAreaRight" b="textAreaBottom"/>
              <a:pathLst>
                <a:path w="214347" h="206954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" name="Google Shape;548;p11"/>
            <p:cNvSpPr/>
            <p:nvPr/>
          </p:nvSpPr>
          <p:spPr>
            <a:xfrm rot="10800000">
              <a:off x="1955160" y="1125720"/>
              <a:ext cx="5234040" cy="3068280"/>
            </a:xfrm>
            <a:custGeom>
              <a:avLst/>
              <a:gdLst>
                <a:gd name="textAreaLeft" fmla="*/ 0 w 5234040"/>
                <a:gd name="textAreaRight" fmla="*/ 5234400 w 5234040"/>
                <a:gd name="textAreaTop" fmla="*/ 0 h 3068280"/>
                <a:gd name="textAreaBottom" fmla="*/ 3068640 h 3068280"/>
              </a:gdLst>
              <a:ahLst/>
              <a:cxnLst/>
              <a:rect l="textAreaLeft" t="textAreaTop" r="textAreaRight" b="textAreaBottom"/>
              <a:pathLst>
                <a:path w="214347" h="206954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" name="Google Shape;549;p11"/>
            <p:cNvSpPr/>
            <p:nvPr/>
          </p:nvSpPr>
          <p:spPr>
            <a:xfrm rot="10800000">
              <a:off x="1960920" y="1125000"/>
              <a:ext cx="5207760" cy="3068640"/>
            </a:xfrm>
            <a:custGeom>
              <a:avLst/>
              <a:gdLst>
                <a:gd name="textAreaLeft" fmla="*/ 0 w 5207760"/>
                <a:gd name="textAreaRight" fmla="*/ 5208120 w 5207760"/>
                <a:gd name="textAreaTop" fmla="*/ 0 h 3068640"/>
                <a:gd name="textAreaBottom" fmla="*/ 3069000 h 3068640"/>
              </a:gdLst>
              <a:ahLst/>
              <a:cxnLst/>
              <a:rect l="textAreaLeft" t="textAreaTop" r="textAreaRight" b="textAreaBottom"/>
              <a:pathLst>
                <a:path w="213267" h="206972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39" name="Google Shape;551;p11"/>
          <p:cNvCxnSpPr/>
          <p:nvPr/>
        </p:nvCxnSpPr>
        <p:spPr>
          <a:xfrm flipH="1">
            <a:off x="7682760" y="2910960"/>
            <a:ext cx="306720" cy="11336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40" name="Google Shape;552;p11"/>
          <p:cNvCxnSpPr/>
          <p:nvPr/>
        </p:nvCxnSpPr>
        <p:spPr>
          <a:xfrm>
            <a:off x="7694640" y="1568880"/>
            <a:ext cx="315720" cy="13424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41" name="Google Shape;553;p11"/>
          <p:cNvCxnSpPr/>
          <p:nvPr/>
        </p:nvCxnSpPr>
        <p:spPr>
          <a:xfrm flipH="1">
            <a:off x="7702200" y="266400"/>
            <a:ext cx="392400" cy="1332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42" name="Google Shape;554;p11"/>
          <p:cNvCxnSpPr/>
          <p:nvPr/>
        </p:nvCxnSpPr>
        <p:spPr>
          <a:xfrm flipH="1">
            <a:off x="8101800" y="0"/>
            <a:ext cx="407160" cy="2739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43" name="Google Shape;555;p11"/>
          <p:cNvGrpSpPr/>
          <p:nvPr/>
        </p:nvGrpSpPr>
        <p:grpSpPr>
          <a:xfrm>
            <a:off x="7407360" y="1284840"/>
            <a:ext cx="582120" cy="581400"/>
            <a:chOff x="7407360" y="1284840"/>
            <a:chExt cx="582120" cy="581400"/>
          </a:xfrm>
        </p:grpSpPr>
        <p:sp>
          <p:nvSpPr>
            <p:cNvPr id="44" name="Google Shape;556;p11"/>
            <p:cNvSpPr/>
            <p:nvPr/>
          </p:nvSpPr>
          <p:spPr>
            <a:xfrm rot="16200000" flipV="1">
              <a:off x="7412040" y="12895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-360 h 572040"/>
                <a:gd name="textAreaBottom" fmla="*/ 57204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" name="Google Shape;557;p11"/>
            <p:cNvSpPr/>
            <p:nvPr/>
          </p:nvSpPr>
          <p:spPr>
            <a:xfrm rot="16200000" flipV="1">
              <a:off x="7407720" y="128412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-360 h 582120"/>
                <a:gd name="textAreaBottom" fmla="*/ 58212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" name="Google Shape;558;p11"/>
            <p:cNvSpPr/>
            <p:nvPr/>
          </p:nvSpPr>
          <p:spPr>
            <a:xfrm rot="16200000" flipV="1">
              <a:off x="7484760" y="136260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360 h 426960"/>
                <a:gd name="textAreaBottom" fmla="*/ 42768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" name="Google Shape;559;p11"/>
            <p:cNvSpPr/>
            <p:nvPr/>
          </p:nvSpPr>
          <p:spPr>
            <a:xfrm rot="16200000" flipV="1">
              <a:off x="7480080" y="13564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360 h 437040"/>
                <a:gd name="textAreaBottom" fmla="*/ 43776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" name="Google Shape;560;p11"/>
            <p:cNvSpPr/>
            <p:nvPr/>
          </p:nvSpPr>
          <p:spPr>
            <a:xfrm rot="16200000" flipV="1">
              <a:off x="7563240" y="144108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360 h 270000"/>
                <a:gd name="textAreaBottom" fmla="*/ 27072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" name="Google Shape;561;p11"/>
            <p:cNvSpPr/>
            <p:nvPr/>
          </p:nvSpPr>
          <p:spPr>
            <a:xfrm rot="16200000" flipV="1">
              <a:off x="7558560" y="14360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-360 h 279000"/>
                <a:gd name="textAreaBottom" fmla="*/ 27900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0" name="Google Shape;562;p11"/>
          <p:cNvGrpSpPr/>
          <p:nvPr/>
        </p:nvGrpSpPr>
        <p:grpSpPr>
          <a:xfrm>
            <a:off x="7869600" y="2754360"/>
            <a:ext cx="292320" cy="291600"/>
            <a:chOff x="7869600" y="2754360"/>
            <a:chExt cx="292320" cy="291600"/>
          </a:xfrm>
        </p:grpSpPr>
        <p:sp>
          <p:nvSpPr>
            <p:cNvPr id="51" name="Google Shape;563;p11"/>
            <p:cNvSpPr/>
            <p:nvPr/>
          </p:nvSpPr>
          <p:spPr>
            <a:xfrm rot="16200000" flipV="1">
              <a:off x="7874640" y="2759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360 h 282240"/>
                <a:gd name="textAreaBottom" fmla="*/ 28296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" name="Google Shape;564;p11"/>
            <p:cNvSpPr/>
            <p:nvPr/>
          </p:nvSpPr>
          <p:spPr>
            <a:xfrm rot="16200000" flipV="1">
              <a:off x="7869960" y="2754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360 h 292320"/>
                <a:gd name="textAreaBottom" fmla="*/ 29304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" name="Google Shape;565;p11"/>
            <p:cNvSpPr/>
            <p:nvPr/>
          </p:nvSpPr>
          <p:spPr>
            <a:xfrm rot="16200000" flipV="1">
              <a:off x="7937280" y="2820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-360 h 158040"/>
                <a:gd name="textAreaBottom" fmla="*/ 15804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" name="Google Shape;566;p11"/>
            <p:cNvSpPr/>
            <p:nvPr/>
          </p:nvSpPr>
          <p:spPr>
            <a:xfrm rot="16200000" flipV="1">
              <a:off x="7932240" y="281556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-360 h 167400"/>
                <a:gd name="textAreaBottom" fmla="*/ 16740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5" name="Google Shape;567;p11"/>
          <p:cNvGrpSpPr/>
          <p:nvPr/>
        </p:nvGrpSpPr>
        <p:grpSpPr>
          <a:xfrm>
            <a:off x="8012880" y="177840"/>
            <a:ext cx="174600" cy="174600"/>
            <a:chOff x="8012880" y="177840"/>
            <a:chExt cx="174600" cy="174600"/>
          </a:xfrm>
        </p:grpSpPr>
        <p:sp>
          <p:nvSpPr>
            <p:cNvPr id="56" name="Google Shape;568;p11"/>
            <p:cNvSpPr/>
            <p:nvPr/>
          </p:nvSpPr>
          <p:spPr>
            <a:xfrm rot="16200000" flipV="1">
              <a:off x="8016840" y="1825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-360 h 165240"/>
                <a:gd name="textAreaBottom" fmla="*/ 16524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" name="Google Shape;569;p11"/>
            <p:cNvSpPr/>
            <p:nvPr/>
          </p:nvSpPr>
          <p:spPr>
            <a:xfrm rot="16200000" flipV="1">
              <a:off x="8012880" y="1774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-360 h 174600"/>
                <a:gd name="textAreaBottom" fmla="*/ 17460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" name="Google Shape;570;p11"/>
            <p:cNvSpPr/>
            <p:nvPr/>
          </p:nvSpPr>
          <p:spPr>
            <a:xfrm rot="16200000" flipV="1">
              <a:off x="8053560" y="2188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360 h 92880"/>
                <a:gd name="textAreaBottom" fmla="*/ 9360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" name="Google Shape;571;p11"/>
            <p:cNvSpPr/>
            <p:nvPr/>
          </p:nvSpPr>
          <p:spPr>
            <a:xfrm rot="16200000" flipV="1">
              <a:off x="8048880" y="21492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360 h 101520"/>
                <a:gd name="textAreaBottom" fmla="*/ 10224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0" name="Google Shape;572;p11"/>
          <p:cNvGrpSpPr/>
          <p:nvPr/>
        </p:nvGrpSpPr>
        <p:grpSpPr>
          <a:xfrm>
            <a:off x="7551720" y="3880440"/>
            <a:ext cx="293040" cy="292680"/>
            <a:chOff x="7551720" y="3880440"/>
            <a:chExt cx="293040" cy="292680"/>
          </a:xfrm>
        </p:grpSpPr>
        <p:sp>
          <p:nvSpPr>
            <p:cNvPr id="61" name="Google Shape;573;p11"/>
            <p:cNvSpPr/>
            <p:nvPr/>
          </p:nvSpPr>
          <p:spPr>
            <a:xfrm rot="5400000" flipH="1">
              <a:off x="7553880" y="388260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" name="Google Shape;574;p11"/>
            <p:cNvSpPr/>
            <p:nvPr/>
          </p:nvSpPr>
          <p:spPr>
            <a:xfrm rot="5400000" flipH="1">
              <a:off x="7551720" y="388008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" name="Google Shape;575;p11"/>
            <p:cNvSpPr/>
            <p:nvPr/>
          </p:nvSpPr>
          <p:spPr>
            <a:xfrm rot="5400000" flipH="1">
              <a:off x="7589520" y="391932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" name="Google Shape;576;p11"/>
            <p:cNvSpPr/>
            <p:nvPr/>
          </p:nvSpPr>
          <p:spPr>
            <a:xfrm rot="5400000" flipH="1">
              <a:off x="7587360" y="391680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" name="Google Shape;577;p11"/>
            <p:cNvSpPr/>
            <p:nvPr/>
          </p:nvSpPr>
          <p:spPr>
            <a:xfrm rot="5400000" flipH="1">
              <a:off x="7629480" y="395928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" name="Google Shape;578;p11"/>
            <p:cNvSpPr/>
            <p:nvPr/>
          </p:nvSpPr>
          <p:spPr>
            <a:xfrm rot="5400000" flipH="1">
              <a:off x="7627680" y="395640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7" name="Google Shape;579;p11"/>
          <p:cNvGrpSpPr/>
          <p:nvPr/>
        </p:nvGrpSpPr>
        <p:grpSpPr>
          <a:xfrm>
            <a:off x="8333280" y="249120"/>
            <a:ext cx="26640" cy="174600"/>
            <a:chOff x="8333280" y="249120"/>
            <a:chExt cx="26640" cy="174600"/>
          </a:xfrm>
        </p:grpSpPr>
        <p:sp>
          <p:nvSpPr>
            <p:cNvPr id="68" name="Google Shape;580;p11"/>
            <p:cNvSpPr/>
            <p:nvPr/>
          </p:nvSpPr>
          <p:spPr>
            <a:xfrm rot="16200000" flipV="1">
              <a:off x="8333280" y="3970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" name="Google Shape;581;p11"/>
            <p:cNvSpPr/>
            <p:nvPr/>
          </p:nvSpPr>
          <p:spPr>
            <a:xfrm rot="16200000" flipV="1">
              <a:off x="8333280" y="3232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" name="Google Shape;582;p11"/>
            <p:cNvSpPr/>
            <p:nvPr/>
          </p:nvSpPr>
          <p:spPr>
            <a:xfrm rot="16200000" flipV="1">
              <a:off x="8333280" y="2491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71" name="Google Shape;583;p11"/>
          <p:cNvCxnSpPr/>
          <p:nvPr/>
        </p:nvCxnSpPr>
        <p:spPr>
          <a:xfrm flipH="1" flipV="1">
            <a:off x="1513800" y="1824840"/>
            <a:ext cx="126360" cy="167292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72" name="Google Shape;584;p11"/>
          <p:cNvCxnSpPr/>
          <p:nvPr/>
        </p:nvCxnSpPr>
        <p:spPr>
          <a:xfrm flipV="1">
            <a:off x="889920" y="3510720"/>
            <a:ext cx="743760" cy="8298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73" name="Google Shape;585;p11"/>
          <p:cNvCxnSpPr/>
          <p:nvPr/>
        </p:nvCxnSpPr>
        <p:spPr>
          <a:xfrm flipH="1" flipV="1">
            <a:off x="909720" y="4347000"/>
            <a:ext cx="1188360" cy="79668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74" name="Google Shape;586;p11"/>
          <p:cNvGrpSpPr/>
          <p:nvPr/>
        </p:nvGrpSpPr>
        <p:grpSpPr>
          <a:xfrm>
            <a:off x="621360" y="4062240"/>
            <a:ext cx="582120" cy="581400"/>
            <a:chOff x="621360" y="4062240"/>
            <a:chExt cx="582120" cy="581400"/>
          </a:xfrm>
        </p:grpSpPr>
        <p:sp>
          <p:nvSpPr>
            <p:cNvPr id="75" name="Google Shape;587;p11"/>
            <p:cNvSpPr/>
            <p:nvPr/>
          </p:nvSpPr>
          <p:spPr>
            <a:xfrm rot="5400000">
              <a:off x="626040" y="40669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" name="Google Shape;588;p11"/>
            <p:cNvSpPr/>
            <p:nvPr/>
          </p:nvSpPr>
          <p:spPr>
            <a:xfrm rot="5400000">
              <a:off x="621360" y="406188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589;p11"/>
            <p:cNvSpPr/>
            <p:nvPr/>
          </p:nvSpPr>
          <p:spPr>
            <a:xfrm rot="5400000">
              <a:off x="698760" y="41396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590;p11"/>
            <p:cNvSpPr/>
            <p:nvPr/>
          </p:nvSpPr>
          <p:spPr>
            <a:xfrm rot="5400000">
              <a:off x="694080" y="413424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" name="Google Shape;591;p11"/>
            <p:cNvSpPr/>
            <p:nvPr/>
          </p:nvSpPr>
          <p:spPr>
            <a:xfrm rot="5400000">
              <a:off x="777600" y="42177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" name="Google Shape;592;p11"/>
            <p:cNvSpPr/>
            <p:nvPr/>
          </p:nvSpPr>
          <p:spPr>
            <a:xfrm rot="5400000">
              <a:off x="772560" y="42134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1" name="Google Shape;593;p11"/>
          <p:cNvGrpSpPr/>
          <p:nvPr/>
        </p:nvGrpSpPr>
        <p:grpSpPr>
          <a:xfrm>
            <a:off x="1482840" y="3351240"/>
            <a:ext cx="292320" cy="291600"/>
            <a:chOff x="1482840" y="3351240"/>
            <a:chExt cx="292320" cy="291600"/>
          </a:xfrm>
        </p:grpSpPr>
        <p:sp>
          <p:nvSpPr>
            <p:cNvPr id="82" name="Google Shape;594;p11"/>
            <p:cNvSpPr/>
            <p:nvPr/>
          </p:nvSpPr>
          <p:spPr>
            <a:xfrm rot="5400000">
              <a:off x="1487880" y="335628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" name="Google Shape;595;p11"/>
            <p:cNvSpPr/>
            <p:nvPr/>
          </p:nvSpPr>
          <p:spPr>
            <a:xfrm rot="5400000">
              <a:off x="1483200" y="335088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" name="Google Shape;596;p11"/>
            <p:cNvSpPr/>
            <p:nvPr/>
          </p:nvSpPr>
          <p:spPr>
            <a:xfrm rot="5400000">
              <a:off x="1550160" y="34178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" name="Google Shape;597;p11"/>
            <p:cNvSpPr/>
            <p:nvPr/>
          </p:nvSpPr>
          <p:spPr>
            <a:xfrm rot="5400000">
              <a:off x="1545480" y="341352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6" name="Google Shape;598;p11"/>
          <p:cNvGrpSpPr/>
          <p:nvPr/>
        </p:nvGrpSpPr>
        <p:grpSpPr>
          <a:xfrm>
            <a:off x="1595520" y="4790160"/>
            <a:ext cx="174600" cy="174600"/>
            <a:chOff x="1595520" y="4790160"/>
            <a:chExt cx="174600" cy="174600"/>
          </a:xfrm>
        </p:grpSpPr>
        <p:sp>
          <p:nvSpPr>
            <p:cNvPr id="87" name="Google Shape;599;p11"/>
            <p:cNvSpPr/>
            <p:nvPr/>
          </p:nvSpPr>
          <p:spPr>
            <a:xfrm rot="5400000">
              <a:off x="1599480" y="479484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" name="Google Shape;600;p11"/>
            <p:cNvSpPr/>
            <p:nvPr/>
          </p:nvSpPr>
          <p:spPr>
            <a:xfrm rot="5400000">
              <a:off x="1595520" y="479016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" name="Google Shape;601;p11"/>
            <p:cNvSpPr/>
            <p:nvPr/>
          </p:nvSpPr>
          <p:spPr>
            <a:xfrm rot="5400000">
              <a:off x="1636200" y="483120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" name="Google Shape;602;p11"/>
            <p:cNvSpPr/>
            <p:nvPr/>
          </p:nvSpPr>
          <p:spPr>
            <a:xfrm rot="5400000">
              <a:off x="1631520" y="482688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1" name="Google Shape;603;p11"/>
          <p:cNvSpPr/>
          <p:nvPr/>
        </p:nvSpPr>
        <p:spPr>
          <a:xfrm rot="5400000">
            <a:off x="1377360" y="1688760"/>
            <a:ext cx="288360" cy="288000"/>
          </a:xfrm>
          <a:custGeom>
            <a:avLst/>
            <a:gdLst>
              <a:gd name="textAreaLeft" fmla="*/ 0 w 288360"/>
              <a:gd name="textAreaRight" fmla="*/ 28872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2" name="Google Shape;604;p11"/>
          <p:cNvSpPr/>
          <p:nvPr/>
        </p:nvSpPr>
        <p:spPr>
          <a:xfrm rot="5400000">
            <a:off x="1375200" y="1685880"/>
            <a:ext cx="292680" cy="293040"/>
          </a:xfrm>
          <a:custGeom>
            <a:avLst/>
            <a:gdLst>
              <a:gd name="textAreaLeft" fmla="*/ 0 w 292680"/>
              <a:gd name="textAreaRight" fmla="*/ 29304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3" name="Google Shape;605;p11"/>
          <p:cNvSpPr/>
          <p:nvPr/>
        </p:nvSpPr>
        <p:spPr>
          <a:xfrm rot="5400000">
            <a:off x="1413720" y="1725120"/>
            <a:ext cx="215280" cy="214920"/>
          </a:xfrm>
          <a:custGeom>
            <a:avLst/>
            <a:gdLst>
              <a:gd name="textAreaLeft" fmla="*/ 0 w 215280"/>
              <a:gd name="textAreaRight" fmla="*/ 21564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4" name="Google Shape;606;p11"/>
          <p:cNvSpPr/>
          <p:nvPr/>
        </p:nvSpPr>
        <p:spPr>
          <a:xfrm rot="5400000">
            <a:off x="1411560" y="1722600"/>
            <a:ext cx="219600" cy="219960"/>
          </a:xfrm>
          <a:custGeom>
            <a:avLst/>
            <a:gdLst>
              <a:gd name="textAreaLeft" fmla="*/ 0 w 219600"/>
              <a:gd name="textAreaRight" fmla="*/ 21996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5" name="Google Shape;607;p11"/>
          <p:cNvSpPr/>
          <p:nvPr/>
        </p:nvSpPr>
        <p:spPr>
          <a:xfrm rot="5400000">
            <a:off x="1453680" y="1764720"/>
            <a:ext cx="135720" cy="135720"/>
          </a:xfrm>
          <a:custGeom>
            <a:avLst/>
            <a:gdLst>
              <a:gd name="textAreaLeft" fmla="*/ 0 w 135720"/>
              <a:gd name="textAreaRight" fmla="*/ 13608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040" bIns="68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6" name="Google Shape;608;p11"/>
          <p:cNvSpPr/>
          <p:nvPr/>
        </p:nvSpPr>
        <p:spPr>
          <a:xfrm rot="5400000">
            <a:off x="1451160" y="1762560"/>
            <a:ext cx="140760" cy="140400"/>
          </a:xfrm>
          <a:custGeom>
            <a:avLst/>
            <a:gdLst>
              <a:gd name="textAreaLeft" fmla="*/ 0 w 140760"/>
              <a:gd name="textAreaRight" fmla="*/ 14112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0200" bIns="70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97" name="Google Shape;609;p11"/>
          <p:cNvGrpSpPr/>
          <p:nvPr/>
        </p:nvGrpSpPr>
        <p:grpSpPr>
          <a:xfrm>
            <a:off x="1775520" y="1441440"/>
            <a:ext cx="26640" cy="174600"/>
            <a:chOff x="1775520" y="1441440"/>
            <a:chExt cx="26640" cy="174600"/>
          </a:xfrm>
        </p:grpSpPr>
        <p:sp>
          <p:nvSpPr>
            <p:cNvPr id="98" name="Google Shape;610;p11"/>
            <p:cNvSpPr/>
            <p:nvPr/>
          </p:nvSpPr>
          <p:spPr>
            <a:xfrm rot="5400000">
              <a:off x="1775520" y="14414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611;p11"/>
            <p:cNvSpPr/>
            <p:nvPr/>
          </p:nvSpPr>
          <p:spPr>
            <a:xfrm rot="5400000">
              <a:off x="1775520" y="15152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" name="Google Shape;612;p11"/>
            <p:cNvSpPr/>
            <p:nvPr/>
          </p:nvSpPr>
          <p:spPr>
            <a:xfrm rot="5400000">
              <a:off x="1775520" y="15894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1" name="Google Shape;613;p11"/>
          <p:cNvGrpSpPr/>
          <p:nvPr/>
        </p:nvGrpSpPr>
        <p:grpSpPr>
          <a:xfrm>
            <a:off x="1893960" y="4488120"/>
            <a:ext cx="26640" cy="174600"/>
            <a:chOff x="1893960" y="4488120"/>
            <a:chExt cx="26640" cy="174600"/>
          </a:xfrm>
        </p:grpSpPr>
        <p:sp>
          <p:nvSpPr>
            <p:cNvPr id="102" name="Google Shape;614;p11"/>
            <p:cNvSpPr/>
            <p:nvPr/>
          </p:nvSpPr>
          <p:spPr>
            <a:xfrm rot="5400000">
              <a:off x="1893960" y="44881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" name="Google Shape;615;p11"/>
            <p:cNvSpPr/>
            <p:nvPr/>
          </p:nvSpPr>
          <p:spPr>
            <a:xfrm rot="5400000">
              <a:off x="1893960" y="45619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" name="Google Shape;616;p11"/>
            <p:cNvSpPr/>
            <p:nvPr/>
          </p:nvSpPr>
          <p:spPr>
            <a:xfrm rot="5400000">
              <a:off x="1893960" y="46360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5" name="Google Shape;617;p11"/>
          <p:cNvGrpSpPr/>
          <p:nvPr/>
        </p:nvGrpSpPr>
        <p:grpSpPr>
          <a:xfrm>
            <a:off x="483120" y="4066920"/>
            <a:ext cx="26640" cy="174600"/>
            <a:chOff x="483120" y="4066920"/>
            <a:chExt cx="26640" cy="174600"/>
          </a:xfrm>
        </p:grpSpPr>
        <p:sp>
          <p:nvSpPr>
            <p:cNvPr id="106" name="Google Shape;618;p11"/>
            <p:cNvSpPr/>
            <p:nvPr/>
          </p:nvSpPr>
          <p:spPr>
            <a:xfrm rot="5400000">
              <a:off x="483120" y="40669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" name="Google Shape;619;p11"/>
            <p:cNvSpPr/>
            <p:nvPr/>
          </p:nvSpPr>
          <p:spPr>
            <a:xfrm rot="5400000">
              <a:off x="483120" y="41407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" name="Google Shape;620;p11"/>
            <p:cNvSpPr/>
            <p:nvPr/>
          </p:nvSpPr>
          <p:spPr>
            <a:xfrm rot="5400000">
              <a:off x="483120" y="42148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2624400" y="2057400"/>
            <a:ext cx="3904200" cy="785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9600" b="0" u="none" strike="noStrik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lang="fr-FR" sz="9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5" name="Google Shape;1746;p36"/>
          <p:cNvGrpSpPr/>
          <p:nvPr/>
        </p:nvGrpSpPr>
        <p:grpSpPr>
          <a:xfrm>
            <a:off x="150840" y="1506600"/>
            <a:ext cx="4420440" cy="3636360"/>
            <a:chOff x="150840" y="1506600"/>
            <a:chExt cx="4420440" cy="3636360"/>
          </a:xfrm>
        </p:grpSpPr>
        <p:sp>
          <p:nvSpPr>
            <p:cNvPr id="1636" name="Google Shape;1747;p36"/>
            <p:cNvSpPr/>
            <p:nvPr/>
          </p:nvSpPr>
          <p:spPr>
            <a:xfrm>
              <a:off x="389880" y="1506600"/>
              <a:ext cx="3972240" cy="3552480"/>
            </a:xfrm>
            <a:custGeom>
              <a:avLst/>
              <a:gdLst>
                <a:gd name="textAreaLeft" fmla="*/ 0 w 3972240"/>
                <a:gd name="textAreaRight" fmla="*/ 3972600 w 3972240"/>
                <a:gd name="textAreaTop" fmla="*/ 0 h 3552480"/>
                <a:gd name="textAreaBottom" fmla="*/ 3552840 h 3552480"/>
              </a:gdLst>
              <a:ahLst/>
              <a:cxnLst/>
              <a:rect l="textAreaLeft" t="textAreaTop" r="textAreaRight" b="textAreaBottom"/>
              <a:pathLst>
                <a:path w="240073" h="204367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7" name="Google Shape;1748;p36"/>
            <p:cNvSpPr/>
            <p:nvPr/>
          </p:nvSpPr>
          <p:spPr>
            <a:xfrm>
              <a:off x="507600" y="1506600"/>
              <a:ext cx="3815280" cy="3547800"/>
            </a:xfrm>
            <a:custGeom>
              <a:avLst/>
              <a:gdLst>
                <a:gd name="textAreaLeft" fmla="*/ 0 w 3815280"/>
                <a:gd name="textAreaRight" fmla="*/ 3815640 w 3815280"/>
                <a:gd name="textAreaTop" fmla="*/ 0 h 3547800"/>
                <a:gd name="textAreaBottom" fmla="*/ 3548160 h 3547800"/>
              </a:gdLst>
              <a:ahLst/>
              <a:cxnLst/>
              <a:rect l="textAreaLeft" t="textAreaTop" r="textAreaRight" b="textAreaBottom"/>
              <a:pathLst>
                <a:path w="230591" h="204097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8" name="Google Shape;1749;p36"/>
            <p:cNvSpPr/>
            <p:nvPr/>
          </p:nvSpPr>
          <p:spPr>
            <a:xfrm>
              <a:off x="3913920" y="3573720"/>
              <a:ext cx="587520" cy="1562400"/>
            </a:xfrm>
            <a:custGeom>
              <a:avLst/>
              <a:gdLst>
                <a:gd name="textAreaLeft" fmla="*/ 0 w 587520"/>
                <a:gd name="textAreaRight" fmla="*/ 587880 w 587520"/>
                <a:gd name="textAreaTop" fmla="*/ 0 h 1562400"/>
                <a:gd name="textAreaBottom" fmla="*/ 1562760 h 1562400"/>
              </a:gdLst>
              <a:ahLst/>
              <a:cxnLst/>
              <a:rect l="textAreaLeft" t="textAreaTop" r="textAreaRight" b="textAreaBottom"/>
              <a:pathLst>
                <a:path w="35529" h="89901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9" name="Google Shape;1750;p36"/>
            <p:cNvSpPr/>
            <p:nvPr/>
          </p:nvSpPr>
          <p:spPr>
            <a:xfrm>
              <a:off x="1820880" y="3048120"/>
              <a:ext cx="1759320" cy="2094480"/>
            </a:xfrm>
            <a:custGeom>
              <a:avLst/>
              <a:gdLst>
                <a:gd name="textAreaLeft" fmla="*/ 0 w 1759320"/>
                <a:gd name="textAreaRight" fmla="*/ 1759680 w 1759320"/>
                <a:gd name="textAreaTop" fmla="*/ 0 h 2094480"/>
                <a:gd name="textAreaBottom" fmla="*/ 2094840 h 2094480"/>
              </a:gdLst>
              <a:ahLst/>
              <a:cxnLst/>
              <a:rect l="textAreaLeft" t="textAreaTop" r="textAreaRight" b="textAreaBottom"/>
              <a:pathLst>
                <a:path w="106343" h="120505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0" name="Google Shape;1751;p36"/>
            <p:cNvSpPr/>
            <p:nvPr/>
          </p:nvSpPr>
          <p:spPr>
            <a:xfrm>
              <a:off x="1820880" y="3225240"/>
              <a:ext cx="1611360" cy="1917720"/>
            </a:xfrm>
            <a:custGeom>
              <a:avLst/>
              <a:gdLst>
                <a:gd name="textAreaLeft" fmla="*/ 0 w 1611360"/>
                <a:gd name="textAreaRight" fmla="*/ 1611720 w 1611360"/>
                <a:gd name="textAreaTop" fmla="*/ 0 h 1917720"/>
                <a:gd name="textAreaBottom" fmla="*/ 1918080 h 1917720"/>
              </a:gdLst>
              <a:ahLst/>
              <a:cxnLst/>
              <a:rect l="textAreaLeft" t="textAreaTop" r="textAreaRight" b="textAreaBottom"/>
              <a:pathLst>
                <a:path w="97389" h="110331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1" name="Google Shape;1752;p36"/>
            <p:cNvSpPr/>
            <p:nvPr/>
          </p:nvSpPr>
          <p:spPr>
            <a:xfrm>
              <a:off x="3426480" y="3054600"/>
              <a:ext cx="148320" cy="2081880"/>
            </a:xfrm>
            <a:custGeom>
              <a:avLst/>
              <a:gdLst>
                <a:gd name="textAreaLeft" fmla="*/ 0 w 148320"/>
                <a:gd name="textAreaRight" fmla="*/ 148680 w 148320"/>
                <a:gd name="textAreaTop" fmla="*/ 0 h 2081880"/>
                <a:gd name="textAreaBottom" fmla="*/ 2082240 h 2081880"/>
              </a:gdLst>
              <a:ahLst/>
              <a:cxnLst/>
              <a:rect l="textAreaLeft" t="textAreaTop" r="textAreaRight" b="textAreaBottom"/>
              <a:pathLst>
                <a:path w="8995" h="119773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2" name="Google Shape;1753;p36"/>
            <p:cNvSpPr/>
            <p:nvPr/>
          </p:nvSpPr>
          <p:spPr>
            <a:xfrm>
              <a:off x="3502440" y="4753440"/>
              <a:ext cx="72360" cy="383040"/>
            </a:xfrm>
            <a:custGeom>
              <a:avLst/>
              <a:gdLst>
                <a:gd name="textAreaLeft" fmla="*/ 0 w 72360"/>
                <a:gd name="textAreaRight" fmla="*/ 72720 w 72360"/>
                <a:gd name="textAreaTop" fmla="*/ 0 h 383040"/>
                <a:gd name="textAreaBottom" fmla="*/ 383400 h 383040"/>
              </a:gdLst>
              <a:ahLst/>
              <a:cxnLst/>
              <a:rect l="textAreaLeft" t="textAreaTop" r="textAreaRight" b="textAreaBottom"/>
              <a:pathLst>
                <a:path w="4396" h="22059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3" name="Google Shape;1754;p36"/>
            <p:cNvSpPr/>
            <p:nvPr/>
          </p:nvSpPr>
          <p:spPr>
            <a:xfrm>
              <a:off x="3497040" y="4747680"/>
              <a:ext cx="83160" cy="395280"/>
            </a:xfrm>
            <a:custGeom>
              <a:avLst/>
              <a:gdLst>
                <a:gd name="textAreaLeft" fmla="*/ 0 w 83160"/>
                <a:gd name="textAreaRight" fmla="*/ 83520 w 83160"/>
                <a:gd name="textAreaTop" fmla="*/ 0 h 395280"/>
                <a:gd name="textAreaBottom" fmla="*/ 395640 h 395280"/>
              </a:gdLst>
              <a:ahLst/>
              <a:cxnLst/>
              <a:rect l="textAreaLeft" t="textAreaTop" r="textAreaRight" b="textAreaBottom"/>
              <a:pathLst>
                <a:path w="5048" h="22751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4" name="Google Shape;1755;p36"/>
            <p:cNvSpPr/>
            <p:nvPr/>
          </p:nvSpPr>
          <p:spPr>
            <a:xfrm>
              <a:off x="3575160" y="4487400"/>
              <a:ext cx="313560" cy="649080"/>
            </a:xfrm>
            <a:custGeom>
              <a:avLst/>
              <a:gdLst>
                <a:gd name="textAreaLeft" fmla="*/ 0 w 313560"/>
                <a:gd name="textAreaRight" fmla="*/ 313920 w 313560"/>
                <a:gd name="textAreaTop" fmla="*/ 0 h 649080"/>
                <a:gd name="textAreaBottom" fmla="*/ 649440 h 649080"/>
              </a:gdLst>
              <a:ahLst/>
              <a:cxnLst/>
              <a:rect l="textAreaLeft" t="textAreaTop" r="textAreaRight" b="textAreaBottom"/>
              <a:pathLst>
                <a:path w="18966" h="37361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5" name="Google Shape;1756;p36"/>
            <p:cNvSpPr/>
            <p:nvPr/>
          </p:nvSpPr>
          <p:spPr>
            <a:xfrm>
              <a:off x="3569040" y="4481640"/>
              <a:ext cx="325080" cy="661320"/>
            </a:xfrm>
            <a:custGeom>
              <a:avLst/>
              <a:gdLst>
                <a:gd name="textAreaLeft" fmla="*/ 0 w 325080"/>
                <a:gd name="textAreaRight" fmla="*/ 325440 w 325080"/>
                <a:gd name="textAreaTop" fmla="*/ 0 h 661320"/>
                <a:gd name="textAreaBottom" fmla="*/ 661680 h 661320"/>
              </a:gdLst>
              <a:ahLst/>
              <a:cxnLst/>
              <a:rect l="textAreaLeft" t="textAreaTop" r="textAreaRight" b="textAreaBottom"/>
              <a:pathLst>
                <a:path w="19658" h="38056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6" name="Google Shape;1757;p36"/>
            <p:cNvSpPr/>
            <p:nvPr/>
          </p:nvSpPr>
          <p:spPr>
            <a:xfrm>
              <a:off x="1045080" y="4753440"/>
              <a:ext cx="72360" cy="383040"/>
            </a:xfrm>
            <a:custGeom>
              <a:avLst/>
              <a:gdLst>
                <a:gd name="textAreaLeft" fmla="*/ 0 w 72360"/>
                <a:gd name="textAreaRight" fmla="*/ 72720 w 72360"/>
                <a:gd name="textAreaTop" fmla="*/ 0 h 383040"/>
                <a:gd name="textAreaBottom" fmla="*/ 383400 h 383040"/>
              </a:gdLst>
              <a:ahLst/>
              <a:cxnLst/>
              <a:rect l="textAreaLeft" t="textAreaTop" r="textAreaRight" b="textAreaBottom"/>
              <a:pathLst>
                <a:path w="4396" h="22059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7" name="Google Shape;1758;p36"/>
            <p:cNvSpPr/>
            <p:nvPr/>
          </p:nvSpPr>
          <p:spPr>
            <a:xfrm>
              <a:off x="1039680" y="4747680"/>
              <a:ext cx="83160" cy="395280"/>
            </a:xfrm>
            <a:custGeom>
              <a:avLst/>
              <a:gdLst>
                <a:gd name="textAreaLeft" fmla="*/ 0 w 83160"/>
                <a:gd name="textAreaRight" fmla="*/ 83520 w 83160"/>
                <a:gd name="textAreaTop" fmla="*/ 0 h 395280"/>
                <a:gd name="textAreaBottom" fmla="*/ 395640 h 395280"/>
              </a:gdLst>
              <a:ahLst/>
              <a:cxnLst/>
              <a:rect l="textAreaLeft" t="textAreaTop" r="textAreaRight" b="textAreaBottom"/>
              <a:pathLst>
                <a:path w="5047" h="22751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8" name="Google Shape;1759;p36"/>
            <p:cNvSpPr/>
            <p:nvPr/>
          </p:nvSpPr>
          <p:spPr>
            <a:xfrm>
              <a:off x="1117800" y="4487400"/>
              <a:ext cx="313560" cy="649080"/>
            </a:xfrm>
            <a:custGeom>
              <a:avLst/>
              <a:gdLst>
                <a:gd name="textAreaLeft" fmla="*/ 0 w 313560"/>
                <a:gd name="textAreaRight" fmla="*/ 313920 w 313560"/>
                <a:gd name="textAreaTop" fmla="*/ 0 h 649080"/>
                <a:gd name="textAreaBottom" fmla="*/ 649440 h 649080"/>
              </a:gdLst>
              <a:ahLst/>
              <a:cxnLst/>
              <a:rect l="textAreaLeft" t="textAreaTop" r="textAreaRight" b="textAreaBottom"/>
              <a:pathLst>
                <a:path w="18965" h="37361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9" name="Google Shape;1760;p36"/>
            <p:cNvSpPr/>
            <p:nvPr/>
          </p:nvSpPr>
          <p:spPr>
            <a:xfrm>
              <a:off x="1111680" y="4481640"/>
              <a:ext cx="325080" cy="661320"/>
            </a:xfrm>
            <a:custGeom>
              <a:avLst/>
              <a:gdLst>
                <a:gd name="textAreaLeft" fmla="*/ 0 w 325080"/>
                <a:gd name="textAreaRight" fmla="*/ 325440 w 325080"/>
                <a:gd name="textAreaTop" fmla="*/ 0 h 661320"/>
                <a:gd name="textAreaBottom" fmla="*/ 661680 h 661320"/>
              </a:gdLst>
              <a:ahLst/>
              <a:cxnLst/>
              <a:rect l="textAreaLeft" t="textAreaTop" r="textAreaRight" b="textAreaBottom"/>
              <a:pathLst>
                <a:path w="19658" h="38056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0" name="Google Shape;1761;p36"/>
            <p:cNvSpPr/>
            <p:nvPr/>
          </p:nvSpPr>
          <p:spPr>
            <a:xfrm>
              <a:off x="765720" y="4426560"/>
              <a:ext cx="3354120" cy="394560"/>
            </a:xfrm>
            <a:custGeom>
              <a:avLst/>
              <a:gdLst>
                <a:gd name="textAreaLeft" fmla="*/ 0 w 3354120"/>
                <a:gd name="textAreaRight" fmla="*/ 3354480 w 3354120"/>
                <a:gd name="textAreaTop" fmla="*/ 0 h 394560"/>
                <a:gd name="textAreaBottom" fmla="*/ 394920 h 394560"/>
              </a:gdLst>
              <a:ahLst/>
              <a:cxnLst/>
              <a:rect l="textAreaLeft" t="textAreaTop" r="textAreaRight" b="textAreaBottom"/>
              <a:pathLst>
                <a:path w="202713" h="22710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1" name="Google Shape;1762;p36"/>
            <p:cNvSpPr/>
            <p:nvPr/>
          </p:nvSpPr>
          <p:spPr>
            <a:xfrm>
              <a:off x="760320" y="4420440"/>
              <a:ext cx="3364920" cy="406080"/>
            </a:xfrm>
            <a:custGeom>
              <a:avLst/>
              <a:gdLst>
                <a:gd name="textAreaLeft" fmla="*/ 0 w 3364920"/>
                <a:gd name="textAreaRight" fmla="*/ 3365280 w 3364920"/>
                <a:gd name="textAreaTop" fmla="*/ 0 h 406080"/>
                <a:gd name="textAreaBottom" fmla="*/ 406440 h 406080"/>
              </a:gdLst>
              <a:ahLst/>
              <a:cxnLst/>
              <a:rect l="textAreaLeft" t="textAreaTop" r="textAreaRight" b="textAreaBottom"/>
              <a:pathLst>
                <a:path w="203365" h="23378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2" name="Google Shape;1763;p36"/>
            <p:cNvSpPr/>
            <p:nvPr/>
          </p:nvSpPr>
          <p:spPr>
            <a:xfrm>
              <a:off x="766800" y="4426560"/>
              <a:ext cx="3352680" cy="369000"/>
            </a:xfrm>
            <a:custGeom>
              <a:avLst/>
              <a:gdLst>
                <a:gd name="textAreaLeft" fmla="*/ 0 w 3352680"/>
                <a:gd name="textAreaRight" fmla="*/ 3353040 w 3352680"/>
                <a:gd name="textAreaTop" fmla="*/ 0 h 369000"/>
                <a:gd name="textAreaBottom" fmla="*/ 369360 h 369000"/>
              </a:gdLst>
              <a:ahLst/>
              <a:cxnLst/>
              <a:rect l="textAreaLeft" t="textAreaTop" r="textAreaRight" b="textAreaBottom"/>
              <a:pathLst>
                <a:path w="202632" h="21245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3" name="Google Shape;1764;p36"/>
            <p:cNvSpPr/>
            <p:nvPr/>
          </p:nvSpPr>
          <p:spPr>
            <a:xfrm>
              <a:off x="761040" y="4420080"/>
              <a:ext cx="3364920" cy="381600"/>
            </a:xfrm>
            <a:custGeom>
              <a:avLst/>
              <a:gdLst>
                <a:gd name="textAreaLeft" fmla="*/ 0 w 3364920"/>
                <a:gd name="textAreaRight" fmla="*/ 3365280 w 3364920"/>
                <a:gd name="textAreaTop" fmla="*/ 0 h 381600"/>
                <a:gd name="textAreaBottom" fmla="*/ 381960 h 381600"/>
              </a:gdLst>
              <a:ahLst/>
              <a:cxnLst/>
              <a:rect l="textAreaLeft" t="textAreaTop" r="textAreaRight" b="textAreaBottom"/>
              <a:pathLst>
                <a:path w="203364" h="21977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4" name="Google Shape;1765;p36"/>
            <p:cNvSpPr/>
            <p:nvPr/>
          </p:nvSpPr>
          <p:spPr>
            <a:xfrm>
              <a:off x="3186720" y="4584960"/>
              <a:ext cx="500040" cy="148320"/>
            </a:xfrm>
            <a:custGeom>
              <a:avLst/>
              <a:gdLst>
                <a:gd name="textAreaLeft" fmla="*/ 0 w 500040"/>
                <a:gd name="textAreaRight" fmla="*/ 500400 w 500040"/>
                <a:gd name="textAreaTop" fmla="*/ 0 h 148320"/>
                <a:gd name="textAreaBottom" fmla="*/ 148680 h 148320"/>
              </a:gdLst>
              <a:ahLst/>
              <a:cxnLst/>
              <a:rect l="textAreaLeft" t="textAreaTop" r="textAreaRight" b="textAreaBottom"/>
              <a:pathLst>
                <a:path w="30239" h="8548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4160" bIns="74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5" name="Google Shape;1766;p36"/>
            <p:cNvSpPr/>
            <p:nvPr/>
          </p:nvSpPr>
          <p:spPr>
            <a:xfrm>
              <a:off x="3180600" y="4579200"/>
              <a:ext cx="512280" cy="160200"/>
            </a:xfrm>
            <a:custGeom>
              <a:avLst/>
              <a:gdLst>
                <a:gd name="textAreaLeft" fmla="*/ 0 w 512280"/>
                <a:gd name="textAreaRight" fmla="*/ 512640 w 512280"/>
                <a:gd name="textAreaTop" fmla="*/ 0 h 160200"/>
                <a:gd name="textAreaBottom" fmla="*/ 160560 h 160200"/>
              </a:gdLst>
              <a:ahLst/>
              <a:cxnLst/>
              <a:rect l="textAreaLeft" t="textAreaTop" r="textAreaRight" b="textAreaBottom"/>
              <a:pathLst>
                <a:path w="30971" h="9239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6" name="Google Shape;1767;p36"/>
            <p:cNvSpPr/>
            <p:nvPr/>
          </p:nvSpPr>
          <p:spPr>
            <a:xfrm>
              <a:off x="3661920" y="4426560"/>
              <a:ext cx="457560" cy="394560"/>
            </a:xfrm>
            <a:custGeom>
              <a:avLst/>
              <a:gdLst>
                <a:gd name="textAreaLeft" fmla="*/ 0 w 457560"/>
                <a:gd name="textAreaRight" fmla="*/ 457920 w 457560"/>
                <a:gd name="textAreaTop" fmla="*/ 0 h 394560"/>
                <a:gd name="textAreaBottom" fmla="*/ 394920 h 394560"/>
              </a:gdLst>
              <a:ahLst/>
              <a:cxnLst/>
              <a:rect l="textAreaLeft" t="textAreaTop" r="textAreaRight" b="textAreaBottom"/>
              <a:pathLst>
                <a:path w="27675" h="22710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7" name="Google Shape;1768;p36"/>
            <p:cNvSpPr/>
            <p:nvPr/>
          </p:nvSpPr>
          <p:spPr>
            <a:xfrm>
              <a:off x="3656520" y="4420440"/>
              <a:ext cx="468360" cy="406440"/>
            </a:xfrm>
            <a:custGeom>
              <a:avLst/>
              <a:gdLst>
                <a:gd name="textAreaLeft" fmla="*/ 0 w 468360"/>
                <a:gd name="textAreaRight" fmla="*/ 468720 w 468360"/>
                <a:gd name="textAreaTop" fmla="*/ 0 h 406440"/>
                <a:gd name="textAreaBottom" fmla="*/ 406800 h 406440"/>
              </a:gdLst>
              <a:ahLst/>
              <a:cxnLst/>
              <a:rect l="textAreaLeft" t="textAreaTop" r="textAreaRight" b="textAreaBottom"/>
              <a:pathLst>
                <a:path w="28327" h="23391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8" name="Google Shape;1769;p36"/>
            <p:cNvSpPr/>
            <p:nvPr/>
          </p:nvSpPr>
          <p:spPr>
            <a:xfrm>
              <a:off x="3274920" y="4437000"/>
              <a:ext cx="605160" cy="196920"/>
            </a:xfrm>
            <a:custGeom>
              <a:avLst/>
              <a:gdLst>
                <a:gd name="textAreaLeft" fmla="*/ 0 w 605160"/>
                <a:gd name="textAreaRight" fmla="*/ 605520 w 605160"/>
                <a:gd name="textAreaTop" fmla="*/ 0 h 196920"/>
                <a:gd name="textAreaBottom" fmla="*/ 197280 h 196920"/>
              </a:gdLst>
              <a:ahLst/>
              <a:cxnLst/>
              <a:rect l="textAreaLeft" t="textAreaTop" r="textAreaRight" b="textAreaBottom"/>
              <a:pathLst>
                <a:path w="36588" h="11347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9" name="Google Shape;1770;p36"/>
            <p:cNvSpPr/>
            <p:nvPr/>
          </p:nvSpPr>
          <p:spPr>
            <a:xfrm>
              <a:off x="3342960" y="4593240"/>
              <a:ext cx="173520" cy="122400"/>
            </a:xfrm>
            <a:custGeom>
              <a:avLst/>
              <a:gdLst>
                <a:gd name="textAreaLeft" fmla="*/ 0 w 173520"/>
                <a:gd name="textAreaRight" fmla="*/ 173880 w 173520"/>
                <a:gd name="textAreaTop" fmla="*/ 0 h 122400"/>
                <a:gd name="textAreaBottom" fmla="*/ 122760 h 122400"/>
              </a:gdLst>
              <a:ahLst/>
              <a:cxnLst/>
              <a:rect l="textAreaLeft" t="textAreaTop" r="textAreaRight" b="textAreaBottom"/>
              <a:pathLst>
                <a:path w="10500" h="7052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0" bIns="61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0" name="Google Shape;1771;p36"/>
            <p:cNvSpPr/>
            <p:nvPr/>
          </p:nvSpPr>
          <p:spPr>
            <a:xfrm>
              <a:off x="3442680" y="4614480"/>
              <a:ext cx="47520" cy="8280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82800"/>
                <a:gd name="textAreaBottom" fmla="*/ 83160 h 82800"/>
              </a:gdLst>
              <a:ahLst/>
              <a:cxnLst/>
              <a:rect l="textAreaLeft" t="textAreaTop" r="textAreaRight" b="textAreaBottom"/>
              <a:pathLst>
                <a:path w="2890" h="4779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400" bIns="41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1" name="Google Shape;1772;p36"/>
            <p:cNvSpPr/>
            <p:nvPr/>
          </p:nvSpPr>
          <p:spPr>
            <a:xfrm>
              <a:off x="2013480" y="4534560"/>
              <a:ext cx="1338480" cy="219600"/>
            </a:xfrm>
            <a:custGeom>
              <a:avLst/>
              <a:gdLst>
                <a:gd name="textAreaLeft" fmla="*/ 0 w 1338480"/>
                <a:gd name="textAreaRight" fmla="*/ 1338840 w 1338480"/>
                <a:gd name="textAreaTop" fmla="*/ 0 h 219600"/>
                <a:gd name="textAreaBottom" fmla="*/ 219960 h 219600"/>
              </a:gdLst>
              <a:ahLst/>
              <a:cxnLst/>
              <a:rect l="textAreaLeft" t="textAreaTop" r="textAreaRight" b="textAreaBottom"/>
              <a:pathLst>
                <a:path w="80906" h="12657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2" name="Google Shape;1773;p36"/>
            <p:cNvSpPr/>
            <p:nvPr/>
          </p:nvSpPr>
          <p:spPr>
            <a:xfrm>
              <a:off x="2007360" y="4529160"/>
              <a:ext cx="1350720" cy="231120"/>
            </a:xfrm>
            <a:custGeom>
              <a:avLst/>
              <a:gdLst>
                <a:gd name="textAreaLeft" fmla="*/ 0 w 1350720"/>
                <a:gd name="textAreaRight" fmla="*/ 1351080 w 1350720"/>
                <a:gd name="textAreaTop" fmla="*/ 0 h 231120"/>
                <a:gd name="textAreaBottom" fmla="*/ 231480 h 231120"/>
              </a:gdLst>
              <a:ahLst/>
              <a:cxnLst/>
              <a:rect l="textAreaLeft" t="textAreaTop" r="textAreaRight" b="textAreaBottom"/>
              <a:pathLst>
                <a:path w="81640" h="13309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3" name="Google Shape;1774;p36"/>
            <p:cNvSpPr/>
            <p:nvPr/>
          </p:nvSpPr>
          <p:spPr>
            <a:xfrm>
              <a:off x="3084840" y="4528800"/>
              <a:ext cx="273240" cy="245160"/>
            </a:xfrm>
            <a:custGeom>
              <a:avLst/>
              <a:gdLst>
                <a:gd name="textAreaLeft" fmla="*/ 0 w 273240"/>
                <a:gd name="textAreaRight" fmla="*/ 273600 w 273240"/>
                <a:gd name="textAreaTop" fmla="*/ 0 h 245160"/>
                <a:gd name="textAreaBottom" fmla="*/ 245520 h 245160"/>
              </a:gdLst>
              <a:ahLst/>
              <a:cxnLst/>
              <a:rect l="textAreaLeft" t="textAreaTop" r="textAreaRight" b="textAreaBottom"/>
              <a:pathLst>
                <a:path w="16524" h="14113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4" name="Google Shape;1775;p36"/>
            <p:cNvSpPr/>
            <p:nvPr/>
          </p:nvSpPr>
          <p:spPr>
            <a:xfrm>
              <a:off x="2013480" y="4754880"/>
              <a:ext cx="1076400" cy="12960"/>
            </a:xfrm>
            <a:custGeom>
              <a:avLst/>
              <a:gdLst>
                <a:gd name="textAreaLeft" fmla="*/ 0 w 1076400"/>
                <a:gd name="textAreaRight" fmla="*/ 1076760 w 107640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5075" h="775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5" name="Google Shape;1776;p36"/>
            <p:cNvSpPr/>
            <p:nvPr/>
          </p:nvSpPr>
          <p:spPr>
            <a:xfrm>
              <a:off x="2007360" y="4748400"/>
              <a:ext cx="1088640" cy="25920"/>
            </a:xfrm>
            <a:custGeom>
              <a:avLst/>
              <a:gdLst>
                <a:gd name="textAreaLeft" fmla="*/ 0 w 1088640"/>
                <a:gd name="textAreaRight" fmla="*/ 1089000 w 1088640"/>
                <a:gd name="textAreaTop" fmla="*/ 0 h 25920"/>
                <a:gd name="textAreaBottom" fmla="*/ 26280 h 25920"/>
              </a:gdLst>
              <a:ahLst/>
              <a:cxnLst/>
              <a:rect l="textAreaLeft" t="textAreaTop" r="textAreaRight" b="textAreaBottom"/>
              <a:pathLst>
                <a:path w="65809" h="1507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960" bIns="12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6" name="Google Shape;1777;p36"/>
            <p:cNvSpPr/>
            <p:nvPr/>
          </p:nvSpPr>
          <p:spPr>
            <a:xfrm>
              <a:off x="232380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7" name="Google Shape;1778;p36"/>
            <p:cNvSpPr/>
            <p:nvPr/>
          </p:nvSpPr>
          <p:spPr>
            <a:xfrm>
              <a:off x="239544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8" name="Google Shape;1779;p36"/>
            <p:cNvSpPr/>
            <p:nvPr/>
          </p:nvSpPr>
          <p:spPr>
            <a:xfrm>
              <a:off x="225252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9" name="Google Shape;1780;p36"/>
            <p:cNvSpPr/>
            <p:nvPr/>
          </p:nvSpPr>
          <p:spPr>
            <a:xfrm>
              <a:off x="228744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0" name="Google Shape;1781;p36"/>
            <p:cNvSpPr/>
            <p:nvPr/>
          </p:nvSpPr>
          <p:spPr>
            <a:xfrm>
              <a:off x="239328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1" name="Google Shape;1782;p36"/>
            <p:cNvSpPr/>
            <p:nvPr/>
          </p:nvSpPr>
          <p:spPr>
            <a:xfrm>
              <a:off x="232200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2" name="Google Shape;1783;p36"/>
            <p:cNvSpPr/>
            <p:nvPr/>
          </p:nvSpPr>
          <p:spPr>
            <a:xfrm>
              <a:off x="246600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3" name="Google Shape;1784;p36"/>
            <p:cNvSpPr/>
            <p:nvPr/>
          </p:nvSpPr>
          <p:spPr>
            <a:xfrm>
              <a:off x="282168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4" name="Google Shape;1785;p36"/>
            <p:cNvSpPr/>
            <p:nvPr/>
          </p:nvSpPr>
          <p:spPr>
            <a:xfrm>
              <a:off x="246420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5" name="Google Shape;1786;p36"/>
            <p:cNvSpPr/>
            <p:nvPr/>
          </p:nvSpPr>
          <p:spPr>
            <a:xfrm>
              <a:off x="253728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6" name="Google Shape;1787;p36"/>
            <p:cNvSpPr/>
            <p:nvPr/>
          </p:nvSpPr>
          <p:spPr>
            <a:xfrm>
              <a:off x="296388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7" name="Google Shape;1788;p36"/>
            <p:cNvSpPr/>
            <p:nvPr/>
          </p:nvSpPr>
          <p:spPr>
            <a:xfrm>
              <a:off x="299880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8" name="Google Shape;1789;p36"/>
            <p:cNvSpPr/>
            <p:nvPr/>
          </p:nvSpPr>
          <p:spPr>
            <a:xfrm>
              <a:off x="289296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9" name="Google Shape;1790;p36"/>
            <p:cNvSpPr/>
            <p:nvPr/>
          </p:nvSpPr>
          <p:spPr>
            <a:xfrm>
              <a:off x="275076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0" name="Google Shape;1791;p36"/>
            <p:cNvSpPr/>
            <p:nvPr/>
          </p:nvSpPr>
          <p:spPr>
            <a:xfrm>
              <a:off x="260820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1" name="Google Shape;1792;p36"/>
            <p:cNvSpPr/>
            <p:nvPr/>
          </p:nvSpPr>
          <p:spPr>
            <a:xfrm>
              <a:off x="267948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2" name="Google Shape;1793;p36"/>
            <p:cNvSpPr/>
            <p:nvPr/>
          </p:nvSpPr>
          <p:spPr>
            <a:xfrm>
              <a:off x="274896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3" name="Google Shape;1794;p36"/>
            <p:cNvSpPr/>
            <p:nvPr/>
          </p:nvSpPr>
          <p:spPr>
            <a:xfrm>
              <a:off x="285660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4" name="Google Shape;1795;p36"/>
            <p:cNvSpPr/>
            <p:nvPr/>
          </p:nvSpPr>
          <p:spPr>
            <a:xfrm>
              <a:off x="271404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5" name="Google Shape;1796;p36"/>
            <p:cNvSpPr/>
            <p:nvPr/>
          </p:nvSpPr>
          <p:spPr>
            <a:xfrm>
              <a:off x="257184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6" name="Google Shape;1797;p36"/>
            <p:cNvSpPr/>
            <p:nvPr/>
          </p:nvSpPr>
          <p:spPr>
            <a:xfrm>
              <a:off x="278532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7" name="Google Shape;1798;p36"/>
            <p:cNvSpPr/>
            <p:nvPr/>
          </p:nvSpPr>
          <p:spPr>
            <a:xfrm>
              <a:off x="253548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8" name="Google Shape;1799;p36"/>
            <p:cNvSpPr/>
            <p:nvPr/>
          </p:nvSpPr>
          <p:spPr>
            <a:xfrm>
              <a:off x="235836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2" h="2362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9" name="Google Shape;1800;p36"/>
            <p:cNvSpPr/>
            <p:nvPr/>
          </p:nvSpPr>
          <p:spPr>
            <a:xfrm>
              <a:off x="250092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0" name="Google Shape;1801;p36"/>
            <p:cNvSpPr/>
            <p:nvPr/>
          </p:nvSpPr>
          <p:spPr>
            <a:xfrm>
              <a:off x="242964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1" name="Google Shape;1802;p36"/>
            <p:cNvSpPr/>
            <p:nvPr/>
          </p:nvSpPr>
          <p:spPr>
            <a:xfrm>
              <a:off x="264312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2" name="Google Shape;1803;p36"/>
            <p:cNvSpPr/>
            <p:nvPr/>
          </p:nvSpPr>
          <p:spPr>
            <a:xfrm>
              <a:off x="267768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3" name="Google Shape;1804;p36"/>
            <p:cNvSpPr/>
            <p:nvPr/>
          </p:nvSpPr>
          <p:spPr>
            <a:xfrm>
              <a:off x="303300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4" name="Google Shape;1805;p36"/>
            <p:cNvSpPr/>
            <p:nvPr/>
          </p:nvSpPr>
          <p:spPr>
            <a:xfrm>
              <a:off x="260676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5" name="Google Shape;1806;p36"/>
            <p:cNvSpPr/>
            <p:nvPr/>
          </p:nvSpPr>
          <p:spPr>
            <a:xfrm>
              <a:off x="289080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6" name="Google Shape;1807;p36"/>
            <p:cNvSpPr/>
            <p:nvPr/>
          </p:nvSpPr>
          <p:spPr>
            <a:xfrm>
              <a:off x="296244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7" name="Google Shape;1808;p36"/>
            <p:cNvSpPr/>
            <p:nvPr/>
          </p:nvSpPr>
          <p:spPr>
            <a:xfrm>
              <a:off x="292752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8" name="Google Shape;1809;p36"/>
            <p:cNvSpPr/>
            <p:nvPr/>
          </p:nvSpPr>
          <p:spPr>
            <a:xfrm>
              <a:off x="281952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9" name="Google Shape;1810;p36"/>
            <p:cNvSpPr/>
            <p:nvPr/>
          </p:nvSpPr>
          <p:spPr>
            <a:xfrm>
              <a:off x="264528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0" name="Google Shape;1811;p36"/>
            <p:cNvSpPr/>
            <p:nvPr/>
          </p:nvSpPr>
          <p:spPr>
            <a:xfrm>
              <a:off x="271584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1" name="Google Shape;1812;p36"/>
            <p:cNvSpPr/>
            <p:nvPr/>
          </p:nvSpPr>
          <p:spPr>
            <a:xfrm>
              <a:off x="257364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2" name="Google Shape;1813;p36"/>
            <p:cNvSpPr/>
            <p:nvPr/>
          </p:nvSpPr>
          <p:spPr>
            <a:xfrm>
              <a:off x="278712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3" name="Google Shape;1814;p36"/>
            <p:cNvSpPr/>
            <p:nvPr/>
          </p:nvSpPr>
          <p:spPr>
            <a:xfrm>
              <a:off x="250236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4" name="Google Shape;1815;p36"/>
            <p:cNvSpPr/>
            <p:nvPr/>
          </p:nvSpPr>
          <p:spPr>
            <a:xfrm>
              <a:off x="243180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2" h="2361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5" name="Google Shape;1816;p36"/>
            <p:cNvSpPr/>
            <p:nvPr/>
          </p:nvSpPr>
          <p:spPr>
            <a:xfrm>
              <a:off x="285804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6" name="Google Shape;1817;p36"/>
            <p:cNvSpPr/>
            <p:nvPr/>
          </p:nvSpPr>
          <p:spPr>
            <a:xfrm>
              <a:off x="2288880" y="4683240"/>
              <a:ext cx="118080" cy="40680"/>
            </a:xfrm>
            <a:custGeom>
              <a:avLst/>
              <a:gdLst>
                <a:gd name="textAreaLeft" fmla="*/ 0 w 118080"/>
                <a:gd name="textAreaRight" fmla="*/ 118440 w 11808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6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7" name="Google Shape;1818;p36"/>
            <p:cNvSpPr/>
            <p:nvPr/>
          </p:nvSpPr>
          <p:spPr>
            <a:xfrm>
              <a:off x="236016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8" name="Google Shape;1819;p36"/>
            <p:cNvSpPr/>
            <p:nvPr/>
          </p:nvSpPr>
          <p:spPr>
            <a:xfrm>
              <a:off x="3069360" y="4624560"/>
              <a:ext cx="118080" cy="40680"/>
            </a:xfrm>
            <a:custGeom>
              <a:avLst/>
              <a:gdLst>
                <a:gd name="textAreaLeft" fmla="*/ 0 w 118080"/>
                <a:gd name="textAreaRight" fmla="*/ 118440 w 11808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63" h="2362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9" name="Google Shape;1820;p36"/>
            <p:cNvSpPr/>
            <p:nvPr/>
          </p:nvSpPr>
          <p:spPr>
            <a:xfrm>
              <a:off x="313884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0" name="Google Shape;1821;p36"/>
            <p:cNvSpPr/>
            <p:nvPr/>
          </p:nvSpPr>
          <p:spPr>
            <a:xfrm>
              <a:off x="310428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1" name="Google Shape;1822;p36"/>
            <p:cNvSpPr/>
            <p:nvPr/>
          </p:nvSpPr>
          <p:spPr>
            <a:xfrm>
              <a:off x="221832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2" name="Google Shape;1823;p36"/>
            <p:cNvSpPr/>
            <p:nvPr/>
          </p:nvSpPr>
          <p:spPr>
            <a:xfrm>
              <a:off x="292932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3" name="Google Shape;1824;p36"/>
            <p:cNvSpPr/>
            <p:nvPr/>
          </p:nvSpPr>
          <p:spPr>
            <a:xfrm>
              <a:off x="300060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4" name="Google Shape;1825;p36"/>
            <p:cNvSpPr/>
            <p:nvPr/>
          </p:nvSpPr>
          <p:spPr>
            <a:xfrm>
              <a:off x="303516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5" name="Google Shape;1826;p36"/>
            <p:cNvSpPr/>
            <p:nvPr/>
          </p:nvSpPr>
          <p:spPr>
            <a:xfrm>
              <a:off x="221616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6" name="Google Shape;1827;p36"/>
            <p:cNvSpPr/>
            <p:nvPr/>
          </p:nvSpPr>
          <p:spPr>
            <a:xfrm>
              <a:off x="271260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7" name="Google Shape;1828;p36"/>
            <p:cNvSpPr/>
            <p:nvPr/>
          </p:nvSpPr>
          <p:spPr>
            <a:xfrm>
              <a:off x="278316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8" name="Google Shape;1829;p36"/>
            <p:cNvSpPr/>
            <p:nvPr/>
          </p:nvSpPr>
          <p:spPr>
            <a:xfrm>
              <a:off x="264096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9" name="Google Shape;1830;p36"/>
            <p:cNvSpPr/>
            <p:nvPr/>
          </p:nvSpPr>
          <p:spPr>
            <a:xfrm>
              <a:off x="285444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0" name="Google Shape;1831;p36"/>
            <p:cNvSpPr/>
            <p:nvPr/>
          </p:nvSpPr>
          <p:spPr>
            <a:xfrm>
              <a:off x="299664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1" name="Google Shape;1832;p36"/>
            <p:cNvSpPr/>
            <p:nvPr/>
          </p:nvSpPr>
          <p:spPr>
            <a:xfrm>
              <a:off x="292536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2" name="Google Shape;1833;p36"/>
            <p:cNvSpPr/>
            <p:nvPr/>
          </p:nvSpPr>
          <p:spPr>
            <a:xfrm>
              <a:off x="256968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3" name="Google Shape;1834;p36"/>
            <p:cNvSpPr/>
            <p:nvPr/>
          </p:nvSpPr>
          <p:spPr>
            <a:xfrm>
              <a:off x="218196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4" name="Google Shape;1835;p36"/>
            <p:cNvSpPr/>
            <p:nvPr/>
          </p:nvSpPr>
          <p:spPr>
            <a:xfrm>
              <a:off x="2250720" y="4594680"/>
              <a:ext cx="118080" cy="41400"/>
            </a:xfrm>
            <a:custGeom>
              <a:avLst/>
              <a:gdLst>
                <a:gd name="textAreaLeft" fmla="*/ 0 w 118080"/>
                <a:gd name="textAreaRight" fmla="*/ 118440 w 11808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64" h="2402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5" name="Google Shape;1836;p36"/>
            <p:cNvSpPr/>
            <p:nvPr/>
          </p:nvSpPr>
          <p:spPr>
            <a:xfrm>
              <a:off x="306792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6" name="Google Shape;1837;p36"/>
            <p:cNvSpPr/>
            <p:nvPr/>
          </p:nvSpPr>
          <p:spPr>
            <a:xfrm>
              <a:off x="214668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7" name="Google Shape;1838;p36"/>
            <p:cNvSpPr/>
            <p:nvPr/>
          </p:nvSpPr>
          <p:spPr>
            <a:xfrm>
              <a:off x="228564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8" name="Google Shape;1839;p36"/>
            <p:cNvSpPr/>
            <p:nvPr/>
          </p:nvSpPr>
          <p:spPr>
            <a:xfrm>
              <a:off x="242748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9" name="Google Shape;1840;p36"/>
            <p:cNvSpPr/>
            <p:nvPr/>
          </p:nvSpPr>
          <p:spPr>
            <a:xfrm>
              <a:off x="2356200" y="4565880"/>
              <a:ext cx="118080" cy="40680"/>
            </a:xfrm>
            <a:custGeom>
              <a:avLst/>
              <a:gdLst>
                <a:gd name="textAreaLeft" fmla="*/ 0 w 118080"/>
                <a:gd name="textAreaRight" fmla="*/ 118440 w 11808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64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0" name="Google Shape;1841;p36"/>
            <p:cNvSpPr/>
            <p:nvPr/>
          </p:nvSpPr>
          <p:spPr>
            <a:xfrm>
              <a:off x="249912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1" name="Google Shape;1842;p36"/>
            <p:cNvSpPr/>
            <p:nvPr/>
          </p:nvSpPr>
          <p:spPr>
            <a:xfrm>
              <a:off x="3011400" y="4455360"/>
              <a:ext cx="434520" cy="50760"/>
            </a:xfrm>
            <a:custGeom>
              <a:avLst/>
              <a:gdLst>
                <a:gd name="textAreaLeft" fmla="*/ 0 w 434520"/>
                <a:gd name="textAreaRight" fmla="*/ 434880 w 434520"/>
                <a:gd name="textAreaTop" fmla="*/ 0 h 50760"/>
                <a:gd name="textAreaBottom" fmla="*/ 51120 h 50760"/>
              </a:gdLst>
              <a:ahLst/>
              <a:cxnLst/>
              <a:rect l="textAreaLeft" t="textAreaTop" r="textAreaRight" b="textAreaBottom"/>
              <a:pathLst>
                <a:path w="26291" h="2931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560" bIns="25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2" name="Google Shape;1843;p36"/>
            <p:cNvSpPr/>
            <p:nvPr/>
          </p:nvSpPr>
          <p:spPr>
            <a:xfrm>
              <a:off x="3008160" y="4449960"/>
              <a:ext cx="441360" cy="61920"/>
            </a:xfrm>
            <a:custGeom>
              <a:avLst/>
              <a:gdLst>
                <a:gd name="textAreaLeft" fmla="*/ 0 w 441360"/>
                <a:gd name="textAreaRight" fmla="*/ 441720 w 441360"/>
                <a:gd name="textAreaTop" fmla="*/ 0 h 61920"/>
                <a:gd name="textAreaBottom" fmla="*/ 62280 h 61920"/>
              </a:gdLst>
              <a:ahLst/>
              <a:cxnLst/>
              <a:rect l="textAreaLeft" t="textAreaTop" r="textAreaRight" b="textAreaBottom"/>
              <a:pathLst>
                <a:path w="26698" h="3582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3" name="Google Shape;1844;p36"/>
            <p:cNvSpPr/>
            <p:nvPr/>
          </p:nvSpPr>
          <p:spPr>
            <a:xfrm>
              <a:off x="3213720" y="4212000"/>
              <a:ext cx="67680" cy="272880"/>
            </a:xfrm>
            <a:custGeom>
              <a:avLst/>
              <a:gdLst>
                <a:gd name="textAreaLeft" fmla="*/ 0 w 67680"/>
                <a:gd name="textAreaRight" fmla="*/ 68040 w 67680"/>
                <a:gd name="textAreaTop" fmla="*/ 0 h 272880"/>
                <a:gd name="textAreaBottom" fmla="*/ 273240 h 272880"/>
              </a:gdLst>
              <a:ahLst/>
              <a:cxnLst/>
              <a:rect l="textAreaLeft" t="textAreaTop" r="textAreaRight" b="textAreaBottom"/>
              <a:pathLst>
                <a:path w="4111" h="15710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4" name="Google Shape;1845;p36"/>
            <p:cNvSpPr/>
            <p:nvPr/>
          </p:nvSpPr>
          <p:spPr>
            <a:xfrm>
              <a:off x="3208320" y="4205520"/>
              <a:ext cx="79200" cy="284760"/>
            </a:xfrm>
            <a:custGeom>
              <a:avLst/>
              <a:gdLst>
                <a:gd name="textAreaLeft" fmla="*/ 0 w 79200"/>
                <a:gd name="textAreaRight" fmla="*/ 79560 w 79200"/>
                <a:gd name="textAreaTop" fmla="*/ 0 h 284760"/>
                <a:gd name="textAreaBottom" fmla="*/ 285120 h 284760"/>
              </a:gdLst>
              <a:ahLst/>
              <a:cxnLst/>
              <a:rect l="textAreaLeft" t="textAreaTop" r="textAreaRight" b="textAreaBottom"/>
              <a:pathLst>
                <a:path w="4803" h="16402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5" name="Google Shape;1846;p36"/>
            <p:cNvSpPr/>
            <p:nvPr/>
          </p:nvSpPr>
          <p:spPr>
            <a:xfrm>
              <a:off x="3202920" y="4212000"/>
              <a:ext cx="89280" cy="19764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5413" h="11396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6" name="Google Shape;1847;p36"/>
            <p:cNvSpPr/>
            <p:nvPr/>
          </p:nvSpPr>
          <p:spPr>
            <a:xfrm>
              <a:off x="3197520" y="4205520"/>
              <a:ext cx="100800" cy="20988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209880"/>
                <a:gd name="textAreaBottom" fmla="*/ 210240 h 209880"/>
              </a:gdLst>
              <a:ahLst/>
              <a:cxnLst/>
              <a:rect l="textAreaLeft" t="textAreaTop" r="textAreaRight" b="textAreaBottom"/>
              <a:pathLst>
                <a:path w="6106" h="12088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7" name="Google Shape;1848;p36"/>
            <p:cNvSpPr/>
            <p:nvPr/>
          </p:nvSpPr>
          <p:spPr>
            <a:xfrm>
              <a:off x="2698920" y="3303000"/>
              <a:ext cx="1129680" cy="928800"/>
            </a:xfrm>
            <a:custGeom>
              <a:avLst/>
              <a:gdLst>
                <a:gd name="textAreaLeft" fmla="*/ 0 w 1129680"/>
                <a:gd name="textAreaRight" fmla="*/ 1130040 w 1129680"/>
                <a:gd name="textAreaTop" fmla="*/ 0 h 928800"/>
                <a:gd name="textAreaBottom" fmla="*/ 929160 h 928800"/>
              </a:gdLst>
              <a:ahLst/>
              <a:cxnLst/>
              <a:rect l="textAreaLeft" t="textAreaTop" r="textAreaRight" b="textAreaBottom"/>
              <a:pathLst>
                <a:path w="68291" h="53436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8" name="Google Shape;1849;p36"/>
            <p:cNvSpPr/>
            <p:nvPr/>
          </p:nvSpPr>
          <p:spPr>
            <a:xfrm>
              <a:off x="2693160" y="3297240"/>
              <a:ext cx="1141200" cy="939960"/>
            </a:xfrm>
            <a:custGeom>
              <a:avLst/>
              <a:gdLst>
                <a:gd name="textAreaLeft" fmla="*/ 0 w 1141200"/>
                <a:gd name="textAreaRight" fmla="*/ 1141560 w 1141200"/>
                <a:gd name="textAreaTop" fmla="*/ 0 h 939960"/>
                <a:gd name="textAreaBottom" fmla="*/ 940320 h 939960"/>
              </a:gdLst>
              <a:ahLst/>
              <a:cxnLst/>
              <a:rect l="textAreaLeft" t="textAreaTop" r="textAreaRight" b="textAreaBottom"/>
              <a:pathLst>
                <a:path w="68982" h="54088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9" name="Google Shape;1850;p36"/>
            <p:cNvSpPr/>
            <p:nvPr/>
          </p:nvSpPr>
          <p:spPr>
            <a:xfrm>
              <a:off x="2759040" y="3352320"/>
              <a:ext cx="1009080" cy="829440"/>
            </a:xfrm>
            <a:custGeom>
              <a:avLst/>
              <a:gdLst>
                <a:gd name="textAreaLeft" fmla="*/ 0 w 1009080"/>
                <a:gd name="textAreaRight" fmla="*/ 1009440 w 1009080"/>
                <a:gd name="textAreaTop" fmla="*/ 0 h 829440"/>
                <a:gd name="textAreaBottom" fmla="*/ 829800 h 829440"/>
              </a:gdLst>
              <a:ahLst/>
              <a:cxnLst/>
              <a:rect l="textAreaLeft" t="textAreaTop" r="textAreaRight" b="textAreaBottom"/>
              <a:pathLst>
                <a:path w="61006" h="47738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0" name="Google Shape;1851;p36"/>
            <p:cNvSpPr/>
            <p:nvPr/>
          </p:nvSpPr>
          <p:spPr>
            <a:xfrm>
              <a:off x="2753640" y="3346920"/>
              <a:ext cx="1019880" cy="840960"/>
            </a:xfrm>
            <a:custGeom>
              <a:avLst/>
              <a:gdLst>
                <a:gd name="textAreaLeft" fmla="*/ 0 w 1019880"/>
                <a:gd name="textAreaRight" fmla="*/ 1020240 w 1019880"/>
                <a:gd name="textAreaTop" fmla="*/ 0 h 840960"/>
                <a:gd name="textAreaBottom" fmla="*/ 841320 h 840960"/>
              </a:gdLst>
              <a:ahLst/>
              <a:cxnLst/>
              <a:rect l="textAreaLeft" t="textAreaTop" r="textAreaRight" b="textAreaBottom"/>
              <a:pathLst>
                <a:path w="61657" h="4839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1" name="Google Shape;1852;p36"/>
            <p:cNvSpPr/>
            <p:nvPr/>
          </p:nvSpPr>
          <p:spPr>
            <a:xfrm>
              <a:off x="2823120" y="33948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6" h="13431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2" name="Google Shape;1853;p36"/>
            <p:cNvSpPr/>
            <p:nvPr/>
          </p:nvSpPr>
          <p:spPr>
            <a:xfrm>
              <a:off x="2823120" y="3645360"/>
              <a:ext cx="353160" cy="23256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2560"/>
                <a:gd name="textAreaBottom" fmla="*/ 232920 h 232560"/>
              </a:gdLst>
              <a:ahLst/>
              <a:cxnLst/>
              <a:rect l="textAreaLeft" t="textAreaTop" r="textAreaRight" b="textAreaBottom"/>
              <a:pathLst>
                <a:path w="21366" h="13391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3" name="Google Shape;1854;p36"/>
            <p:cNvSpPr/>
            <p:nvPr/>
          </p:nvSpPr>
          <p:spPr>
            <a:xfrm>
              <a:off x="2823120" y="39006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6" h="13431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4" name="Google Shape;1855;p36"/>
            <p:cNvSpPr/>
            <p:nvPr/>
          </p:nvSpPr>
          <p:spPr>
            <a:xfrm>
              <a:off x="3222360" y="33948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5" name="Google Shape;1856;p36"/>
            <p:cNvSpPr/>
            <p:nvPr/>
          </p:nvSpPr>
          <p:spPr>
            <a:xfrm>
              <a:off x="3222360" y="365112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6" name="Google Shape;1857;p36"/>
            <p:cNvSpPr/>
            <p:nvPr/>
          </p:nvSpPr>
          <p:spPr>
            <a:xfrm>
              <a:off x="2448360" y="3101400"/>
              <a:ext cx="434520" cy="50760"/>
            </a:xfrm>
            <a:custGeom>
              <a:avLst/>
              <a:gdLst>
                <a:gd name="textAreaLeft" fmla="*/ 0 w 434520"/>
                <a:gd name="textAreaRight" fmla="*/ 434880 w 434520"/>
                <a:gd name="textAreaTop" fmla="*/ 0 h 50760"/>
                <a:gd name="textAreaBottom" fmla="*/ 51120 h 50760"/>
              </a:gdLst>
              <a:ahLst/>
              <a:cxnLst/>
              <a:rect l="textAreaLeft" t="textAreaTop" r="textAreaRight" b="textAreaBottom"/>
              <a:pathLst>
                <a:path w="26291" h="2931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560" bIns="25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7" name="Google Shape;1858;p36"/>
            <p:cNvSpPr/>
            <p:nvPr/>
          </p:nvSpPr>
          <p:spPr>
            <a:xfrm>
              <a:off x="2445120" y="3095640"/>
              <a:ext cx="442080" cy="61920"/>
            </a:xfrm>
            <a:custGeom>
              <a:avLst/>
              <a:gdLst>
                <a:gd name="textAreaLeft" fmla="*/ 0 w 442080"/>
                <a:gd name="textAreaRight" fmla="*/ 442440 w 442080"/>
                <a:gd name="textAreaTop" fmla="*/ 0 h 61920"/>
                <a:gd name="textAreaBottom" fmla="*/ 62280 h 61920"/>
              </a:gdLst>
              <a:ahLst/>
              <a:cxnLst/>
              <a:rect l="textAreaLeft" t="textAreaTop" r="textAreaRight" b="textAreaBottom"/>
              <a:pathLst>
                <a:path w="26739" h="3583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8" name="Google Shape;1859;p36"/>
            <p:cNvSpPr/>
            <p:nvPr/>
          </p:nvSpPr>
          <p:spPr>
            <a:xfrm>
              <a:off x="2650680" y="2857680"/>
              <a:ext cx="68400" cy="27288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72880"/>
                <a:gd name="textAreaBottom" fmla="*/ 273240 h 272880"/>
              </a:gdLst>
              <a:ahLst/>
              <a:cxnLst/>
              <a:rect l="textAreaLeft" t="textAreaTop" r="textAreaRight" b="textAreaBottom"/>
              <a:pathLst>
                <a:path w="4152" h="15710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4949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9" name="Google Shape;1860;p36"/>
            <p:cNvSpPr/>
            <p:nvPr/>
          </p:nvSpPr>
          <p:spPr>
            <a:xfrm>
              <a:off x="2645280" y="2851560"/>
              <a:ext cx="79200" cy="284760"/>
            </a:xfrm>
            <a:custGeom>
              <a:avLst/>
              <a:gdLst>
                <a:gd name="textAreaLeft" fmla="*/ 0 w 79200"/>
                <a:gd name="textAreaRight" fmla="*/ 79560 w 79200"/>
                <a:gd name="textAreaTop" fmla="*/ 0 h 284760"/>
                <a:gd name="textAreaBottom" fmla="*/ 285120 h 284760"/>
              </a:gdLst>
              <a:ahLst/>
              <a:cxnLst/>
              <a:rect l="textAreaLeft" t="textAreaTop" r="textAreaRight" b="textAreaBottom"/>
              <a:pathLst>
                <a:path w="4804" h="16402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0" name="Google Shape;1861;p36"/>
            <p:cNvSpPr/>
            <p:nvPr/>
          </p:nvSpPr>
          <p:spPr>
            <a:xfrm>
              <a:off x="2639880" y="2857680"/>
              <a:ext cx="90000" cy="197640"/>
            </a:xfrm>
            <a:custGeom>
              <a:avLst/>
              <a:gdLst>
                <a:gd name="textAreaLeft" fmla="*/ 0 w 90000"/>
                <a:gd name="textAreaRight" fmla="*/ 90360 w 9000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5454" h="11396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1" name="Google Shape;1862;p36"/>
            <p:cNvSpPr/>
            <p:nvPr/>
          </p:nvSpPr>
          <p:spPr>
            <a:xfrm>
              <a:off x="2634480" y="2851560"/>
              <a:ext cx="100800" cy="21060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210600"/>
                <a:gd name="textAreaBottom" fmla="*/ 210960 h 210600"/>
              </a:gdLst>
              <a:ahLst/>
              <a:cxnLst/>
              <a:rect l="textAreaLeft" t="textAreaTop" r="textAreaRight" b="textAreaBottom"/>
              <a:pathLst>
                <a:path w="6106" h="12129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2" name="Google Shape;1863;p36"/>
            <p:cNvSpPr/>
            <p:nvPr/>
          </p:nvSpPr>
          <p:spPr>
            <a:xfrm>
              <a:off x="2135880" y="1948680"/>
              <a:ext cx="1129680" cy="928800"/>
            </a:xfrm>
            <a:custGeom>
              <a:avLst/>
              <a:gdLst>
                <a:gd name="textAreaLeft" fmla="*/ 0 w 1129680"/>
                <a:gd name="textAreaRight" fmla="*/ 1130040 w 1129680"/>
                <a:gd name="textAreaTop" fmla="*/ 0 h 928800"/>
                <a:gd name="textAreaBottom" fmla="*/ 929160 h 928800"/>
              </a:gdLst>
              <a:ahLst/>
              <a:cxnLst/>
              <a:rect l="textAreaLeft" t="textAreaTop" r="textAreaRight" b="textAreaBottom"/>
              <a:pathLst>
                <a:path w="68291" h="53437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3" name="Google Shape;1864;p36"/>
            <p:cNvSpPr/>
            <p:nvPr/>
          </p:nvSpPr>
          <p:spPr>
            <a:xfrm>
              <a:off x="2130840" y="1942920"/>
              <a:ext cx="1140480" cy="939960"/>
            </a:xfrm>
            <a:custGeom>
              <a:avLst/>
              <a:gdLst>
                <a:gd name="textAreaLeft" fmla="*/ 0 w 1140480"/>
                <a:gd name="textAreaRight" fmla="*/ 1140840 w 1140480"/>
                <a:gd name="textAreaTop" fmla="*/ 0 h 939960"/>
                <a:gd name="textAreaBottom" fmla="*/ 940320 h 939960"/>
              </a:gdLst>
              <a:ahLst/>
              <a:cxnLst/>
              <a:rect l="textAreaLeft" t="textAreaTop" r="textAreaRight" b="textAreaBottom"/>
              <a:pathLst>
                <a:path w="68942" h="54087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4" name="Google Shape;1865;p36"/>
            <p:cNvSpPr/>
            <p:nvPr/>
          </p:nvSpPr>
          <p:spPr>
            <a:xfrm>
              <a:off x="2196720" y="1998360"/>
              <a:ext cx="1008360" cy="829440"/>
            </a:xfrm>
            <a:custGeom>
              <a:avLst/>
              <a:gdLst>
                <a:gd name="textAreaLeft" fmla="*/ 0 w 1008360"/>
                <a:gd name="textAreaRight" fmla="*/ 1008720 w 1008360"/>
                <a:gd name="textAreaTop" fmla="*/ 0 h 829440"/>
                <a:gd name="textAreaBottom" fmla="*/ 829800 h 829440"/>
              </a:gdLst>
              <a:ahLst/>
              <a:cxnLst/>
              <a:rect l="textAreaLeft" t="textAreaTop" r="textAreaRight" b="textAreaBottom"/>
              <a:pathLst>
                <a:path w="60965" h="47739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5" name="Google Shape;1866;p36"/>
            <p:cNvSpPr/>
            <p:nvPr/>
          </p:nvSpPr>
          <p:spPr>
            <a:xfrm>
              <a:off x="2190600" y="1992600"/>
              <a:ext cx="1020600" cy="840960"/>
            </a:xfrm>
            <a:custGeom>
              <a:avLst/>
              <a:gdLst>
                <a:gd name="textAreaLeft" fmla="*/ 0 w 1020600"/>
                <a:gd name="textAreaRight" fmla="*/ 1020960 w 1020600"/>
                <a:gd name="textAreaTop" fmla="*/ 0 h 840960"/>
                <a:gd name="textAreaBottom" fmla="*/ 841320 h 840960"/>
              </a:gdLst>
              <a:ahLst/>
              <a:cxnLst/>
              <a:rect l="textAreaLeft" t="textAreaTop" r="textAreaRight" b="textAreaBottom"/>
              <a:pathLst>
                <a:path w="61698" h="48390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6" name="Google Shape;1867;p36"/>
            <p:cNvSpPr/>
            <p:nvPr/>
          </p:nvSpPr>
          <p:spPr>
            <a:xfrm>
              <a:off x="2270160" y="2085120"/>
              <a:ext cx="421920" cy="20340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203400"/>
                <a:gd name="textAreaBottom" fmla="*/ 203760 h 203400"/>
              </a:gdLst>
              <a:ahLst/>
              <a:cxnLst/>
              <a:rect l="textAreaLeft" t="textAreaTop" r="textAreaRight" b="textAreaBottom"/>
              <a:pathLst>
                <a:path w="25518" h="11722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7" name="Google Shape;1868;p36"/>
            <p:cNvSpPr/>
            <p:nvPr/>
          </p:nvSpPr>
          <p:spPr>
            <a:xfrm>
              <a:off x="2328840" y="2410560"/>
              <a:ext cx="693360" cy="80280"/>
            </a:xfrm>
            <a:custGeom>
              <a:avLst/>
              <a:gdLst>
                <a:gd name="textAreaLeft" fmla="*/ 0 w 693360"/>
                <a:gd name="textAreaRight" fmla="*/ 693720 w 693360"/>
                <a:gd name="textAreaTop" fmla="*/ 0 h 80280"/>
                <a:gd name="textAreaBottom" fmla="*/ 80640 h 80280"/>
              </a:gdLst>
              <a:ahLst/>
              <a:cxnLst/>
              <a:rect l="textAreaLeft" t="textAreaTop" r="textAreaRight" b="textAreaBottom"/>
              <a:pathLst>
                <a:path w="41919" h="464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320" bIns="40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8" name="Google Shape;1869;p36"/>
            <p:cNvSpPr/>
            <p:nvPr/>
          </p:nvSpPr>
          <p:spPr>
            <a:xfrm>
              <a:off x="2328840" y="2480760"/>
              <a:ext cx="693360" cy="80280"/>
            </a:xfrm>
            <a:custGeom>
              <a:avLst/>
              <a:gdLst>
                <a:gd name="textAreaLeft" fmla="*/ 0 w 693360"/>
                <a:gd name="textAreaRight" fmla="*/ 693720 w 693360"/>
                <a:gd name="textAreaTop" fmla="*/ 0 h 80280"/>
                <a:gd name="textAreaBottom" fmla="*/ 80640 h 80280"/>
              </a:gdLst>
              <a:ahLst/>
              <a:cxnLst/>
              <a:rect l="textAreaLeft" t="textAreaTop" r="textAreaRight" b="textAreaBottom"/>
              <a:pathLst>
                <a:path w="41919" h="464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320" bIns="40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9" name="Google Shape;1870;p36"/>
            <p:cNvSpPr/>
            <p:nvPr/>
          </p:nvSpPr>
          <p:spPr>
            <a:xfrm>
              <a:off x="2328840" y="2638440"/>
              <a:ext cx="693360" cy="79560"/>
            </a:xfrm>
            <a:custGeom>
              <a:avLst/>
              <a:gdLst>
                <a:gd name="textAreaLeft" fmla="*/ 0 w 693360"/>
                <a:gd name="textAreaRight" fmla="*/ 693720 w 693360"/>
                <a:gd name="textAreaTop" fmla="*/ 0 h 79560"/>
                <a:gd name="textAreaBottom" fmla="*/ 79920 h 79560"/>
              </a:gdLst>
              <a:ahLst/>
              <a:cxnLst/>
              <a:rect l="textAreaLeft" t="textAreaTop" r="textAreaRight" b="textAreaBottom"/>
              <a:pathLst>
                <a:path w="41919" h="4600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960" bIns="39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0" name="Google Shape;1871;p36"/>
            <p:cNvSpPr/>
            <p:nvPr/>
          </p:nvSpPr>
          <p:spPr>
            <a:xfrm>
              <a:off x="2328840" y="2567880"/>
              <a:ext cx="693360" cy="80280"/>
            </a:xfrm>
            <a:custGeom>
              <a:avLst/>
              <a:gdLst>
                <a:gd name="textAreaLeft" fmla="*/ 0 w 693360"/>
                <a:gd name="textAreaRight" fmla="*/ 693720 w 693360"/>
                <a:gd name="textAreaTop" fmla="*/ 0 h 80280"/>
                <a:gd name="textAreaBottom" fmla="*/ 80640 h 80280"/>
              </a:gdLst>
              <a:ahLst/>
              <a:cxnLst/>
              <a:rect l="textAreaLeft" t="textAreaTop" r="textAreaRight" b="textAreaBottom"/>
              <a:pathLst>
                <a:path w="41919" h="4641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320" bIns="40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1" name="Google Shape;1872;p36"/>
            <p:cNvSpPr/>
            <p:nvPr/>
          </p:nvSpPr>
          <p:spPr>
            <a:xfrm>
              <a:off x="3033720" y="2369520"/>
              <a:ext cx="63720" cy="6768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7680"/>
                <a:gd name="textAreaBottom" fmla="*/ 68040 h 67680"/>
              </a:gdLst>
              <a:ahLst/>
              <a:cxnLst/>
              <a:rect l="textAreaLeft" t="textAreaTop" r="textAreaRight" b="textAreaBottom"/>
              <a:pathLst>
                <a:path w="3867" h="3908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840" bIns="33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2" name="Google Shape;1873;p36"/>
            <p:cNvSpPr/>
            <p:nvPr/>
          </p:nvSpPr>
          <p:spPr>
            <a:xfrm>
              <a:off x="3033720" y="2453040"/>
              <a:ext cx="63720" cy="6696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6960"/>
                <a:gd name="textAreaBottom" fmla="*/ 67320 h 66960"/>
              </a:gdLst>
              <a:ahLst/>
              <a:cxnLst/>
              <a:rect l="textAreaLeft" t="textAreaTop" r="textAreaRight" b="textAreaBottom"/>
              <a:pathLst>
                <a:path w="3867" h="3868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480" bIns="33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3" name="Google Shape;1874;p36"/>
            <p:cNvSpPr/>
            <p:nvPr/>
          </p:nvSpPr>
          <p:spPr>
            <a:xfrm>
              <a:off x="3033720" y="2595960"/>
              <a:ext cx="63720" cy="6696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6960"/>
                <a:gd name="textAreaBottom" fmla="*/ 67320 h 66960"/>
              </a:gdLst>
              <a:ahLst/>
              <a:cxnLst/>
              <a:rect l="textAreaLeft" t="textAreaTop" r="textAreaRight" b="textAreaBottom"/>
              <a:pathLst>
                <a:path w="3867" h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480" bIns="33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4" name="Google Shape;1875;p36"/>
            <p:cNvSpPr/>
            <p:nvPr/>
          </p:nvSpPr>
          <p:spPr>
            <a:xfrm>
              <a:off x="3033720" y="2678760"/>
              <a:ext cx="63720" cy="6768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7680"/>
                <a:gd name="textAreaBottom" fmla="*/ 68040 h 67680"/>
              </a:gdLst>
              <a:ahLst/>
              <a:cxnLst/>
              <a:rect l="textAreaLeft" t="textAreaTop" r="textAreaRight" b="textAreaBottom"/>
              <a:pathLst>
                <a:path w="3867" h="3908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840" bIns="33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5" name="Google Shape;1876;p36"/>
            <p:cNvSpPr/>
            <p:nvPr/>
          </p:nvSpPr>
          <p:spPr>
            <a:xfrm>
              <a:off x="2251800" y="2369520"/>
              <a:ext cx="63720" cy="6768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7680"/>
                <a:gd name="textAreaBottom" fmla="*/ 68040 h 67680"/>
              </a:gdLst>
              <a:ahLst/>
              <a:cxnLst/>
              <a:rect l="textAreaLeft" t="textAreaTop" r="textAreaRight" b="textAreaBottom"/>
              <a:pathLst>
                <a:path w="3868" h="3908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840" bIns="33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6" name="Google Shape;1877;p36"/>
            <p:cNvSpPr/>
            <p:nvPr/>
          </p:nvSpPr>
          <p:spPr>
            <a:xfrm>
              <a:off x="2251800" y="2453040"/>
              <a:ext cx="63720" cy="6696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6960"/>
                <a:gd name="textAreaBottom" fmla="*/ 67320 h 66960"/>
              </a:gdLst>
              <a:ahLst/>
              <a:cxnLst/>
              <a:rect l="textAreaLeft" t="textAreaTop" r="textAreaRight" b="textAreaBottom"/>
              <a:pathLst>
                <a:path w="3868" h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480" bIns="33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7" name="Google Shape;1878;p36"/>
            <p:cNvSpPr/>
            <p:nvPr/>
          </p:nvSpPr>
          <p:spPr>
            <a:xfrm>
              <a:off x="2251800" y="2595960"/>
              <a:ext cx="63720" cy="6696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6960"/>
                <a:gd name="textAreaBottom" fmla="*/ 67320 h 66960"/>
              </a:gdLst>
              <a:ahLst/>
              <a:cxnLst/>
              <a:rect l="textAreaLeft" t="textAreaTop" r="textAreaRight" b="textAreaBottom"/>
              <a:pathLst>
                <a:path w="3868" h="3867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480" bIns="33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8" name="Google Shape;1879;p36"/>
            <p:cNvSpPr/>
            <p:nvPr/>
          </p:nvSpPr>
          <p:spPr>
            <a:xfrm>
              <a:off x="2251800" y="2678760"/>
              <a:ext cx="63720" cy="6768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7680"/>
                <a:gd name="textAreaBottom" fmla="*/ 68040 h 67680"/>
              </a:gdLst>
              <a:ahLst/>
              <a:cxnLst/>
              <a:rect l="textAreaLeft" t="textAreaTop" r="textAreaRight" b="textAreaBottom"/>
              <a:pathLst>
                <a:path w="3868" h="3908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840" bIns="33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9" name="Google Shape;1880;p36"/>
            <p:cNvSpPr/>
            <p:nvPr/>
          </p:nvSpPr>
          <p:spPr>
            <a:xfrm>
              <a:off x="2745360" y="207324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0" name="Google Shape;1881;p36"/>
            <p:cNvSpPr/>
            <p:nvPr/>
          </p:nvSpPr>
          <p:spPr>
            <a:xfrm>
              <a:off x="1688400" y="4455360"/>
              <a:ext cx="434520" cy="50760"/>
            </a:xfrm>
            <a:custGeom>
              <a:avLst/>
              <a:gdLst>
                <a:gd name="textAreaLeft" fmla="*/ 0 w 434520"/>
                <a:gd name="textAreaRight" fmla="*/ 434880 w 434520"/>
                <a:gd name="textAreaTop" fmla="*/ 0 h 50760"/>
                <a:gd name="textAreaBottom" fmla="*/ 51120 h 50760"/>
              </a:gdLst>
              <a:ahLst/>
              <a:cxnLst/>
              <a:rect l="textAreaLeft" t="textAreaTop" r="textAreaRight" b="textAreaBottom"/>
              <a:pathLst>
                <a:path w="26291" h="2931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560" bIns="25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1" name="Google Shape;1882;p36"/>
            <p:cNvSpPr/>
            <p:nvPr/>
          </p:nvSpPr>
          <p:spPr>
            <a:xfrm>
              <a:off x="1684800" y="4449960"/>
              <a:ext cx="441360" cy="61920"/>
            </a:xfrm>
            <a:custGeom>
              <a:avLst/>
              <a:gdLst>
                <a:gd name="textAreaLeft" fmla="*/ 0 w 441360"/>
                <a:gd name="textAreaRight" fmla="*/ 441720 w 441360"/>
                <a:gd name="textAreaTop" fmla="*/ 0 h 61920"/>
                <a:gd name="textAreaBottom" fmla="*/ 62280 h 61920"/>
              </a:gdLst>
              <a:ahLst/>
              <a:cxnLst/>
              <a:rect l="textAreaLeft" t="textAreaTop" r="textAreaRight" b="textAreaBottom"/>
              <a:pathLst>
                <a:path w="26699" h="3582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2" name="Google Shape;1883;p36"/>
            <p:cNvSpPr/>
            <p:nvPr/>
          </p:nvSpPr>
          <p:spPr>
            <a:xfrm>
              <a:off x="1890360" y="4212000"/>
              <a:ext cx="67680" cy="272880"/>
            </a:xfrm>
            <a:custGeom>
              <a:avLst/>
              <a:gdLst>
                <a:gd name="textAreaLeft" fmla="*/ 0 w 67680"/>
                <a:gd name="textAreaRight" fmla="*/ 68040 w 67680"/>
                <a:gd name="textAreaTop" fmla="*/ 0 h 272880"/>
                <a:gd name="textAreaBottom" fmla="*/ 273240 h 272880"/>
              </a:gdLst>
              <a:ahLst/>
              <a:cxnLst/>
              <a:rect l="textAreaLeft" t="textAreaTop" r="textAreaRight" b="textAreaBottom"/>
              <a:pathLst>
                <a:path w="4111" h="15710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3" name="Google Shape;1884;p36"/>
            <p:cNvSpPr/>
            <p:nvPr/>
          </p:nvSpPr>
          <p:spPr>
            <a:xfrm>
              <a:off x="1884960" y="4205520"/>
              <a:ext cx="79200" cy="284760"/>
            </a:xfrm>
            <a:custGeom>
              <a:avLst/>
              <a:gdLst>
                <a:gd name="textAreaLeft" fmla="*/ 0 w 79200"/>
                <a:gd name="textAreaRight" fmla="*/ 79560 w 79200"/>
                <a:gd name="textAreaTop" fmla="*/ 0 h 284760"/>
                <a:gd name="textAreaBottom" fmla="*/ 285120 h 284760"/>
              </a:gdLst>
              <a:ahLst/>
              <a:cxnLst/>
              <a:rect l="textAreaLeft" t="textAreaTop" r="textAreaRight" b="textAreaBottom"/>
              <a:pathLst>
                <a:path w="4804" h="16402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4" name="Google Shape;1885;p36"/>
            <p:cNvSpPr/>
            <p:nvPr/>
          </p:nvSpPr>
          <p:spPr>
            <a:xfrm>
              <a:off x="1879560" y="4212000"/>
              <a:ext cx="89280" cy="19764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5414" h="11396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5" name="Google Shape;1886;p36"/>
            <p:cNvSpPr/>
            <p:nvPr/>
          </p:nvSpPr>
          <p:spPr>
            <a:xfrm>
              <a:off x="1874160" y="4205520"/>
              <a:ext cx="100800" cy="20988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209880"/>
                <a:gd name="textAreaBottom" fmla="*/ 210240 h 209880"/>
              </a:gdLst>
              <a:ahLst/>
              <a:cxnLst/>
              <a:rect l="textAreaLeft" t="textAreaTop" r="textAreaRight" b="textAreaBottom"/>
              <a:pathLst>
                <a:path w="6106" h="12088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6" name="Google Shape;1887;p36"/>
            <p:cNvSpPr/>
            <p:nvPr/>
          </p:nvSpPr>
          <p:spPr>
            <a:xfrm>
              <a:off x="1375920" y="3303000"/>
              <a:ext cx="1129680" cy="928800"/>
            </a:xfrm>
            <a:custGeom>
              <a:avLst/>
              <a:gdLst>
                <a:gd name="textAreaLeft" fmla="*/ 0 w 1129680"/>
                <a:gd name="textAreaRight" fmla="*/ 1130040 w 1129680"/>
                <a:gd name="textAreaTop" fmla="*/ 0 h 928800"/>
                <a:gd name="textAreaBottom" fmla="*/ 929160 h 928800"/>
              </a:gdLst>
              <a:ahLst/>
              <a:cxnLst/>
              <a:rect l="textAreaLeft" t="textAreaTop" r="textAreaRight" b="textAreaBottom"/>
              <a:pathLst>
                <a:path w="68291" h="53436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7" name="Google Shape;1888;p36"/>
            <p:cNvSpPr/>
            <p:nvPr/>
          </p:nvSpPr>
          <p:spPr>
            <a:xfrm>
              <a:off x="1369800" y="3297240"/>
              <a:ext cx="1141200" cy="939960"/>
            </a:xfrm>
            <a:custGeom>
              <a:avLst/>
              <a:gdLst>
                <a:gd name="textAreaLeft" fmla="*/ 0 w 1141200"/>
                <a:gd name="textAreaRight" fmla="*/ 1141560 w 1141200"/>
                <a:gd name="textAreaTop" fmla="*/ 0 h 939960"/>
                <a:gd name="textAreaBottom" fmla="*/ 940320 h 939960"/>
              </a:gdLst>
              <a:ahLst/>
              <a:cxnLst/>
              <a:rect l="textAreaLeft" t="textAreaTop" r="textAreaRight" b="textAreaBottom"/>
              <a:pathLst>
                <a:path w="68983" h="54088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8" name="Google Shape;1889;p36"/>
            <p:cNvSpPr/>
            <p:nvPr/>
          </p:nvSpPr>
          <p:spPr>
            <a:xfrm>
              <a:off x="1435680" y="3352320"/>
              <a:ext cx="1009080" cy="829440"/>
            </a:xfrm>
            <a:custGeom>
              <a:avLst/>
              <a:gdLst>
                <a:gd name="textAreaLeft" fmla="*/ 0 w 1009080"/>
                <a:gd name="textAreaRight" fmla="*/ 1009440 w 1009080"/>
                <a:gd name="textAreaTop" fmla="*/ 0 h 829440"/>
                <a:gd name="textAreaBottom" fmla="*/ 829800 h 829440"/>
              </a:gdLst>
              <a:ahLst/>
              <a:cxnLst/>
              <a:rect l="textAreaLeft" t="textAreaTop" r="textAreaRight" b="textAreaBottom"/>
              <a:pathLst>
                <a:path w="61005" h="47738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9" name="Google Shape;1890;p36"/>
            <p:cNvSpPr/>
            <p:nvPr/>
          </p:nvSpPr>
          <p:spPr>
            <a:xfrm>
              <a:off x="1430280" y="3346920"/>
              <a:ext cx="1019880" cy="840960"/>
            </a:xfrm>
            <a:custGeom>
              <a:avLst/>
              <a:gdLst>
                <a:gd name="textAreaLeft" fmla="*/ 0 w 1019880"/>
                <a:gd name="textAreaRight" fmla="*/ 1020240 w 1019880"/>
                <a:gd name="textAreaTop" fmla="*/ 0 h 840960"/>
                <a:gd name="textAreaBottom" fmla="*/ 841320 h 840960"/>
              </a:gdLst>
              <a:ahLst/>
              <a:cxnLst/>
              <a:rect l="textAreaLeft" t="textAreaTop" r="textAreaRight" b="textAreaBottom"/>
              <a:pathLst>
                <a:path w="61657" h="4839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0" name="Google Shape;1891;p36"/>
            <p:cNvSpPr/>
            <p:nvPr/>
          </p:nvSpPr>
          <p:spPr>
            <a:xfrm>
              <a:off x="1627560" y="33948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1" name="Google Shape;1892;p36"/>
            <p:cNvSpPr/>
            <p:nvPr/>
          </p:nvSpPr>
          <p:spPr>
            <a:xfrm>
              <a:off x="1627560" y="3645360"/>
              <a:ext cx="353160" cy="23256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2560"/>
                <a:gd name="textAreaBottom" fmla="*/ 232920 h 232560"/>
              </a:gdLst>
              <a:ahLst/>
              <a:cxnLst/>
              <a:rect l="textAreaLeft" t="textAreaTop" r="textAreaRight" b="textAreaBottom"/>
              <a:pathLst>
                <a:path w="21367" h="13391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2" name="Google Shape;1893;p36"/>
            <p:cNvSpPr/>
            <p:nvPr/>
          </p:nvSpPr>
          <p:spPr>
            <a:xfrm>
              <a:off x="1627560" y="39006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3" name="Google Shape;1894;p36"/>
            <p:cNvSpPr/>
            <p:nvPr/>
          </p:nvSpPr>
          <p:spPr>
            <a:xfrm>
              <a:off x="1622160" y="3895200"/>
              <a:ext cx="364680" cy="244440"/>
            </a:xfrm>
            <a:custGeom>
              <a:avLst/>
              <a:gdLst>
                <a:gd name="textAreaLeft" fmla="*/ 0 w 364680"/>
                <a:gd name="textAreaRight" fmla="*/ 365040 w 364680"/>
                <a:gd name="textAreaTop" fmla="*/ 0 h 244440"/>
                <a:gd name="textAreaBottom" fmla="*/ 244800 h 244440"/>
              </a:gdLst>
              <a:ahLst/>
              <a:cxnLst/>
              <a:rect l="textAreaLeft" t="textAreaTop" r="textAreaRight" b="textAreaBottom"/>
              <a:pathLst>
                <a:path w="22058" h="14083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4" name="Google Shape;1895;p36"/>
            <p:cNvSpPr/>
            <p:nvPr/>
          </p:nvSpPr>
          <p:spPr>
            <a:xfrm>
              <a:off x="2026800" y="33948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5" name="Google Shape;1896;p36"/>
            <p:cNvSpPr/>
            <p:nvPr/>
          </p:nvSpPr>
          <p:spPr>
            <a:xfrm>
              <a:off x="2026800" y="365112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6" name="Google Shape;1897;p36"/>
            <p:cNvSpPr/>
            <p:nvPr/>
          </p:nvSpPr>
          <p:spPr>
            <a:xfrm>
              <a:off x="1940040" y="2957760"/>
              <a:ext cx="89280" cy="17316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173160"/>
                <a:gd name="textAreaBottom" fmla="*/ 173520 h 173160"/>
              </a:gdLst>
              <a:ahLst/>
              <a:cxnLst/>
              <a:rect l="textAreaLeft" t="textAreaTop" r="textAreaRight" b="textAreaBottom"/>
              <a:pathLst>
                <a:path w="5413" h="9971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760" bIns="86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7" name="Google Shape;1898;p36"/>
            <p:cNvSpPr/>
            <p:nvPr/>
          </p:nvSpPr>
          <p:spPr>
            <a:xfrm>
              <a:off x="1422360" y="2669400"/>
              <a:ext cx="573480" cy="777600"/>
            </a:xfrm>
            <a:custGeom>
              <a:avLst/>
              <a:gdLst>
                <a:gd name="textAreaLeft" fmla="*/ 0 w 573480"/>
                <a:gd name="textAreaRight" fmla="*/ 573840 w 573480"/>
                <a:gd name="textAreaTop" fmla="*/ 0 h 777600"/>
                <a:gd name="textAreaBottom" fmla="*/ 777960 h 777600"/>
              </a:gdLst>
              <a:ahLst/>
              <a:cxnLst/>
              <a:rect l="textAreaLeft" t="textAreaTop" r="textAreaRight" b="textAreaBottom"/>
              <a:pathLst>
                <a:path w="34674" h="44747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8" name="Google Shape;1899;p36"/>
            <p:cNvSpPr/>
            <p:nvPr/>
          </p:nvSpPr>
          <p:spPr>
            <a:xfrm>
              <a:off x="1449000" y="2692440"/>
              <a:ext cx="419040" cy="693720"/>
            </a:xfrm>
            <a:custGeom>
              <a:avLst/>
              <a:gdLst>
                <a:gd name="textAreaLeft" fmla="*/ 0 w 419040"/>
                <a:gd name="textAreaRight" fmla="*/ 419400 w 419040"/>
                <a:gd name="textAreaTop" fmla="*/ 0 h 693720"/>
                <a:gd name="textAreaBottom" fmla="*/ 694080 h 693720"/>
              </a:gdLst>
              <a:ahLst/>
              <a:cxnLst/>
              <a:rect l="textAreaLeft" t="textAreaTop" r="textAreaRight" b="textAreaBottom"/>
              <a:pathLst>
                <a:path w="25356" h="39925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9" name="Google Shape;1900;p36"/>
            <p:cNvSpPr/>
            <p:nvPr/>
          </p:nvSpPr>
          <p:spPr>
            <a:xfrm>
              <a:off x="1785240" y="2770200"/>
              <a:ext cx="200880" cy="122760"/>
            </a:xfrm>
            <a:custGeom>
              <a:avLst/>
              <a:gdLst>
                <a:gd name="textAreaLeft" fmla="*/ 0 w 200880"/>
                <a:gd name="textAreaRight" fmla="*/ 201240 w 200880"/>
                <a:gd name="textAreaTop" fmla="*/ 0 h 122760"/>
                <a:gd name="textAreaBottom" fmla="*/ 123120 h 122760"/>
              </a:gdLst>
              <a:ahLst/>
              <a:cxnLst/>
              <a:rect l="textAreaLeft" t="textAreaTop" r="textAreaRight" b="textAreaBottom"/>
              <a:pathLst>
                <a:path w="12170" h="7082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560" bIns="61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0" name="Google Shape;1901;p36"/>
            <p:cNvSpPr/>
            <p:nvPr/>
          </p:nvSpPr>
          <p:spPr>
            <a:xfrm>
              <a:off x="1416960" y="2663280"/>
              <a:ext cx="580680" cy="78984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789840"/>
                <a:gd name="textAreaBottom" fmla="*/ 790200 h 789840"/>
              </a:gdLst>
              <a:ahLst/>
              <a:cxnLst/>
              <a:rect l="textAreaLeft" t="textAreaTop" r="textAreaRight" b="textAreaBottom"/>
              <a:pathLst>
                <a:path w="35123" h="45446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1" name="Google Shape;1902;p36"/>
            <p:cNvSpPr/>
            <p:nvPr/>
          </p:nvSpPr>
          <p:spPr>
            <a:xfrm>
              <a:off x="1439640" y="2552400"/>
              <a:ext cx="687960" cy="627840"/>
            </a:xfrm>
            <a:custGeom>
              <a:avLst/>
              <a:gdLst>
                <a:gd name="textAreaLeft" fmla="*/ 0 w 687960"/>
                <a:gd name="textAreaRight" fmla="*/ 688320 w 687960"/>
                <a:gd name="textAreaTop" fmla="*/ 0 h 627840"/>
                <a:gd name="textAreaBottom" fmla="*/ 628200 h 627840"/>
              </a:gdLst>
              <a:ahLst/>
              <a:cxnLst/>
              <a:rect l="textAreaLeft" t="textAreaTop" r="textAreaRight" b="textAreaBottom"/>
              <a:pathLst>
                <a:path w="41593" h="36125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2" name="Google Shape;1903;p36"/>
            <p:cNvSpPr/>
            <p:nvPr/>
          </p:nvSpPr>
          <p:spPr>
            <a:xfrm>
              <a:off x="1451880" y="2546640"/>
              <a:ext cx="659520" cy="639360"/>
            </a:xfrm>
            <a:custGeom>
              <a:avLst/>
              <a:gdLst>
                <a:gd name="textAreaLeft" fmla="*/ 0 w 659520"/>
                <a:gd name="textAreaRight" fmla="*/ 659880 w 659520"/>
                <a:gd name="textAreaTop" fmla="*/ 0 h 639360"/>
                <a:gd name="textAreaBottom" fmla="*/ 639720 h 639360"/>
              </a:gdLst>
              <a:ahLst/>
              <a:cxnLst/>
              <a:rect l="textAreaLeft" t="textAreaTop" r="textAreaRight" b="textAreaBottom"/>
              <a:pathLst>
                <a:path w="39884" h="36792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3" name="Google Shape;1904;p36"/>
            <p:cNvSpPr/>
            <p:nvPr/>
          </p:nvSpPr>
          <p:spPr>
            <a:xfrm>
              <a:off x="1551600" y="3013920"/>
              <a:ext cx="38880" cy="36000"/>
            </a:xfrm>
            <a:custGeom>
              <a:avLst/>
              <a:gdLst>
                <a:gd name="textAreaLeft" fmla="*/ 0 w 38880"/>
                <a:gd name="textAreaRight" fmla="*/ 39240 w 3888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2362" h="2100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4" name="Google Shape;1905;p36"/>
            <p:cNvSpPr/>
            <p:nvPr/>
          </p:nvSpPr>
          <p:spPr>
            <a:xfrm>
              <a:off x="1608120" y="2719080"/>
              <a:ext cx="481320" cy="241920"/>
            </a:xfrm>
            <a:custGeom>
              <a:avLst/>
              <a:gdLst>
                <a:gd name="textAreaLeft" fmla="*/ 0 w 481320"/>
                <a:gd name="textAreaRight" fmla="*/ 481680 w 481320"/>
                <a:gd name="textAreaTop" fmla="*/ 0 h 241920"/>
                <a:gd name="textAreaBottom" fmla="*/ 242280 h 241920"/>
              </a:gdLst>
              <a:ahLst/>
              <a:cxnLst/>
              <a:rect l="textAreaLeft" t="textAreaTop" r="textAreaRight" b="textAreaBottom"/>
              <a:pathLst>
                <a:path w="29099" h="13929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5" name="Google Shape;1906;p36"/>
            <p:cNvSpPr/>
            <p:nvPr/>
          </p:nvSpPr>
          <p:spPr>
            <a:xfrm>
              <a:off x="1598760" y="2832840"/>
              <a:ext cx="236880" cy="277920"/>
            </a:xfrm>
            <a:custGeom>
              <a:avLst/>
              <a:gdLst>
                <a:gd name="textAreaLeft" fmla="*/ 0 w 236880"/>
                <a:gd name="textAreaRight" fmla="*/ 237240 w 236880"/>
                <a:gd name="textAreaTop" fmla="*/ 0 h 277920"/>
                <a:gd name="textAreaBottom" fmla="*/ 278280 h 277920"/>
              </a:gdLst>
              <a:ahLst/>
              <a:cxnLst/>
              <a:rect l="textAreaLeft" t="textAreaTop" r="textAreaRight" b="textAreaBottom"/>
              <a:pathLst>
                <a:path w="14327" h="16012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6" name="Google Shape;1907;p36"/>
            <p:cNvSpPr/>
            <p:nvPr/>
          </p:nvSpPr>
          <p:spPr>
            <a:xfrm>
              <a:off x="1703160" y="2985120"/>
              <a:ext cx="322200" cy="45720"/>
            </a:xfrm>
            <a:custGeom>
              <a:avLst/>
              <a:gdLst>
                <a:gd name="textAreaLeft" fmla="*/ 0 w 322200"/>
                <a:gd name="textAreaRight" fmla="*/ 322560 w 322200"/>
                <a:gd name="textAreaTop" fmla="*/ 0 h 45720"/>
                <a:gd name="textAreaBottom" fmla="*/ 46080 h 45720"/>
              </a:gdLst>
              <a:ahLst/>
              <a:cxnLst/>
              <a:rect l="textAreaLeft" t="textAreaTop" r="textAreaRight" b="textAreaBottom"/>
              <a:pathLst>
                <a:path w="19495" h="2653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040" bIns="23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7" name="Google Shape;1908;p36"/>
            <p:cNvSpPr/>
            <p:nvPr/>
          </p:nvSpPr>
          <p:spPr>
            <a:xfrm>
              <a:off x="1650600" y="2927520"/>
              <a:ext cx="106200" cy="218160"/>
            </a:xfrm>
            <a:custGeom>
              <a:avLst/>
              <a:gdLst>
                <a:gd name="textAreaLeft" fmla="*/ 0 w 106200"/>
                <a:gd name="textAreaRight" fmla="*/ 106560 w 106200"/>
                <a:gd name="textAreaTop" fmla="*/ 0 h 218160"/>
                <a:gd name="textAreaBottom" fmla="*/ 218520 h 218160"/>
              </a:gdLst>
              <a:ahLst/>
              <a:cxnLst/>
              <a:rect l="textAreaLeft" t="textAreaTop" r="textAreaRight" b="textAreaBottom"/>
              <a:pathLst>
                <a:path w="6431" h="12565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8" name="Google Shape;1909;p36"/>
            <p:cNvSpPr/>
            <p:nvPr/>
          </p:nvSpPr>
          <p:spPr>
            <a:xfrm>
              <a:off x="1649880" y="2921400"/>
              <a:ext cx="108000" cy="230400"/>
            </a:xfrm>
            <a:custGeom>
              <a:avLst/>
              <a:gdLst>
                <a:gd name="textAreaLeft" fmla="*/ 0 w 108000"/>
                <a:gd name="textAreaRight" fmla="*/ 108360 w 108000"/>
                <a:gd name="textAreaTop" fmla="*/ 0 h 230400"/>
                <a:gd name="textAreaBottom" fmla="*/ 230760 h 230400"/>
              </a:gdLst>
              <a:ahLst/>
              <a:cxnLst/>
              <a:rect l="textAreaLeft" t="textAreaTop" r="textAreaRight" b="textAreaBottom"/>
              <a:pathLst>
                <a:path w="6553" h="13268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9" name="Google Shape;1910;p36"/>
            <p:cNvSpPr/>
            <p:nvPr/>
          </p:nvSpPr>
          <p:spPr>
            <a:xfrm>
              <a:off x="889560" y="4812840"/>
              <a:ext cx="1654920" cy="323640"/>
            </a:xfrm>
            <a:custGeom>
              <a:avLst/>
              <a:gdLst>
                <a:gd name="textAreaLeft" fmla="*/ 0 w 1654920"/>
                <a:gd name="textAreaRight" fmla="*/ 1655280 w 1654920"/>
                <a:gd name="textAreaTop" fmla="*/ 0 h 323640"/>
                <a:gd name="textAreaBottom" fmla="*/ 324000 h 323640"/>
              </a:gdLst>
              <a:ahLst/>
              <a:cxnLst/>
              <a:rect l="textAreaLeft" t="textAreaTop" r="textAreaRight" b="textAreaBottom"/>
              <a:pathLst>
                <a:path w="100035" h="18640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0" name="Google Shape;1911;p36"/>
            <p:cNvSpPr/>
            <p:nvPr/>
          </p:nvSpPr>
          <p:spPr>
            <a:xfrm>
              <a:off x="884160" y="4807080"/>
              <a:ext cx="1666440" cy="335880"/>
            </a:xfrm>
            <a:custGeom>
              <a:avLst/>
              <a:gdLst>
                <a:gd name="textAreaLeft" fmla="*/ 0 w 1666440"/>
                <a:gd name="textAreaRight" fmla="*/ 1666800 w 1666440"/>
                <a:gd name="textAreaTop" fmla="*/ 0 h 335880"/>
                <a:gd name="textAreaBottom" fmla="*/ 336240 h 335880"/>
              </a:gdLst>
              <a:ahLst/>
              <a:cxnLst/>
              <a:rect l="textAreaLeft" t="textAreaTop" r="textAreaRight" b="textAreaBottom"/>
              <a:pathLst>
                <a:path w="100726" h="19332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1" name="Google Shape;1912;p36"/>
            <p:cNvSpPr/>
            <p:nvPr/>
          </p:nvSpPr>
          <p:spPr>
            <a:xfrm>
              <a:off x="897480" y="3344760"/>
              <a:ext cx="930240" cy="1627920"/>
            </a:xfrm>
            <a:custGeom>
              <a:avLst/>
              <a:gdLst>
                <a:gd name="textAreaLeft" fmla="*/ 0 w 930240"/>
                <a:gd name="textAreaRight" fmla="*/ 930600 w 930240"/>
                <a:gd name="textAreaTop" fmla="*/ 0 h 1627920"/>
                <a:gd name="textAreaBottom" fmla="*/ 1628280 h 1627920"/>
              </a:gdLst>
              <a:ahLst/>
              <a:cxnLst/>
              <a:rect l="textAreaLeft" t="textAreaTop" r="textAreaRight" b="textAreaBottom"/>
              <a:pathLst>
                <a:path w="56244" h="93664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2" name="Google Shape;1913;p36"/>
            <p:cNvSpPr/>
            <p:nvPr/>
          </p:nvSpPr>
          <p:spPr>
            <a:xfrm>
              <a:off x="919800" y="3372120"/>
              <a:ext cx="836640" cy="1594440"/>
            </a:xfrm>
            <a:custGeom>
              <a:avLst/>
              <a:gdLst>
                <a:gd name="textAreaLeft" fmla="*/ 0 w 836640"/>
                <a:gd name="textAreaRight" fmla="*/ 837000 w 836640"/>
                <a:gd name="textAreaTop" fmla="*/ 0 h 1594440"/>
                <a:gd name="textAreaBottom" fmla="*/ 1594800 h 1594440"/>
              </a:gdLst>
              <a:ahLst/>
              <a:cxnLst/>
              <a:rect l="textAreaLeft" t="textAreaTop" r="textAreaRight" b="textAreaBottom"/>
              <a:pathLst>
                <a:path w="50587" h="91733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w="9525">
              <a:solidFill>
                <a:srgbClr val="47779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3" name="Google Shape;1914;p36"/>
            <p:cNvSpPr/>
            <p:nvPr/>
          </p:nvSpPr>
          <p:spPr>
            <a:xfrm>
              <a:off x="1204200" y="3812400"/>
              <a:ext cx="124920" cy="343440"/>
            </a:xfrm>
            <a:custGeom>
              <a:avLst/>
              <a:gdLst>
                <a:gd name="textAreaLeft" fmla="*/ 0 w 124920"/>
                <a:gd name="textAreaRight" fmla="*/ 125280 w 124920"/>
                <a:gd name="textAreaTop" fmla="*/ 0 h 343440"/>
                <a:gd name="textAreaBottom" fmla="*/ 343800 h 343440"/>
              </a:gdLst>
              <a:ahLst/>
              <a:cxnLst/>
              <a:rect l="textAreaLeft" t="textAreaTop" r="textAreaRight" b="textAreaBottom"/>
              <a:pathLst>
                <a:path w="7570" h="19769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4" name="Google Shape;1915;p36"/>
            <p:cNvSpPr/>
            <p:nvPr/>
          </p:nvSpPr>
          <p:spPr>
            <a:xfrm>
              <a:off x="1482840" y="4151520"/>
              <a:ext cx="131760" cy="140400"/>
            </a:xfrm>
            <a:custGeom>
              <a:avLst/>
              <a:gdLst>
                <a:gd name="textAreaLeft" fmla="*/ 0 w 131760"/>
                <a:gd name="textAreaRight" fmla="*/ 132120 w 131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7978" h="8104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5" name="Google Shape;1916;p36"/>
            <p:cNvSpPr/>
            <p:nvPr/>
          </p:nvSpPr>
          <p:spPr>
            <a:xfrm>
              <a:off x="1402560" y="4298040"/>
              <a:ext cx="221760" cy="34920"/>
            </a:xfrm>
            <a:custGeom>
              <a:avLst/>
              <a:gdLst>
                <a:gd name="textAreaLeft" fmla="*/ 0 w 221760"/>
                <a:gd name="textAreaRight" fmla="*/ 222120 w 221760"/>
                <a:gd name="textAreaTop" fmla="*/ 0 h 34920"/>
                <a:gd name="textAreaBottom" fmla="*/ 35280 h 34920"/>
              </a:gdLst>
              <a:ahLst/>
              <a:cxnLst/>
              <a:rect l="textAreaLeft" t="textAreaTop" r="textAreaRight" b="textAreaBottom"/>
              <a:pathLst>
                <a:path w="13431" h="2021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7640" bIns="17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6" name="Google Shape;1917;p36"/>
            <p:cNvSpPr/>
            <p:nvPr/>
          </p:nvSpPr>
          <p:spPr>
            <a:xfrm>
              <a:off x="1369800" y="4730760"/>
              <a:ext cx="318240" cy="245520"/>
            </a:xfrm>
            <a:custGeom>
              <a:avLst/>
              <a:gdLst>
                <a:gd name="textAreaLeft" fmla="*/ 0 w 318240"/>
                <a:gd name="textAreaRight" fmla="*/ 318600 w 318240"/>
                <a:gd name="textAreaTop" fmla="*/ 0 h 245520"/>
                <a:gd name="textAreaBottom" fmla="*/ 245880 h 245520"/>
              </a:gdLst>
              <a:ahLst/>
              <a:cxnLst/>
              <a:rect l="textAreaLeft" t="textAreaTop" r="textAreaRight" b="textAreaBottom"/>
              <a:pathLst>
                <a:path w="19251" h="14145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7" name="Google Shape;1918;p36"/>
            <p:cNvSpPr/>
            <p:nvPr/>
          </p:nvSpPr>
          <p:spPr>
            <a:xfrm>
              <a:off x="908280" y="3338640"/>
              <a:ext cx="916920" cy="1640160"/>
            </a:xfrm>
            <a:custGeom>
              <a:avLst/>
              <a:gdLst>
                <a:gd name="textAreaLeft" fmla="*/ 0 w 916920"/>
                <a:gd name="textAreaRight" fmla="*/ 917280 w 916920"/>
                <a:gd name="textAreaTop" fmla="*/ 0 h 1640160"/>
                <a:gd name="textAreaBottom" fmla="*/ 1640520 h 1640160"/>
              </a:gdLst>
              <a:ahLst/>
              <a:cxnLst/>
              <a:rect l="textAreaLeft" t="textAreaTop" r="textAreaRight" b="textAreaBottom"/>
              <a:pathLst>
                <a:path w="55430" h="94354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8" name="Google Shape;1919;p36"/>
            <p:cNvSpPr/>
            <p:nvPr/>
          </p:nvSpPr>
          <p:spPr>
            <a:xfrm>
              <a:off x="1320480" y="3265560"/>
              <a:ext cx="479160" cy="327240"/>
            </a:xfrm>
            <a:custGeom>
              <a:avLst/>
              <a:gdLst>
                <a:gd name="textAreaLeft" fmla="*/ 0 w 479160"/>
                <a:gd name="textAreaRight" fmla="*/ 479520 w 479160"/>
                <a:gd name="textAreaTop" fmla="*/ 0 h 327240"/>
                <a:gd name="textAreaBottom" fmla="*/ 327600 h 327240"/>
              </a:gdLst>
              <a:ahLst/>
              <a:cxnLst/>
              <a:rect l="textAreaLeft" t="textAreaTop" r="textAreaRight" b="textAreaBottom"/>
              <a:pathLst>
                <a:path w="28978" h="18840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9" name="Google Shape;1920;p36"/>
            <p:cNvSpPr/>
            <p:nvPr/>
          </p:nvSpPr>
          <p:spPr>
            <a:xfrm>
              <a:off x="1320480" y="3265560"/>
              <a:ext cx="351720" cy="218880"/>
            </a:xfrm>
            <a:custGeom>
              <a:avLst/>
              <a:gdLst>
                <a:gd name="textAreaLeft" fmla="*/ 0 w 351720"/>
                <a:gd name="textAreaRight" fmla="*/ 352080 w 351720"/>
                <a:gd name="textAreaTop" fmla="*/ 0 h 218880"/>
                <a:gd name="textAreaBottom" fmla="*/ 219240 h 218880"/>
              </a:gdLst>
              <a:ahLst/>
              <a:cxnLst/>
              <a:rect l="textAreaLeft" t="textAreaTop" r="textAreaRight" b="textAreaBottom"/>
              <a:pathLst>
                <a:path w="21286" h="12617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0" name="Google Shape;1921;p36"/>
            <p:cNvSpPr/>
            <p:nvPr/>
          </p:nvSpPr>
          <p:spPr>
            <a:xfrm>
              <a:off x="1314360" y="3259800"/>
              <a:ext cx="491400" cy="339120"/>
            </a:xfrm>
            <a:custGeom>
              <a:avLst/>
              <a:gdLst>
                <a:gd name="textAreaLeft" fmla="*/ 0 w 491400"/>
                <a:gd name="textAreaRight" fmla="*/ 491760 w 491400"/>
                <a:gd name="textAreaTop" fmla="*/ 0 h 339120"/>
                <a:gd name="textAreaBottom" fmla="*/ 339480 h 339120"/>
              </a:gdLst>
              <a:ahLst/>
              <a:cxnLst/>
              <a:rect l="textAreaLeft" t="textAreaTop" r="textAreaRight" b="textAreaBottom"/>
              <a:pathLst>
                <a:path w="29710" h="19522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1" name="Google Shape;1922;p36"/>
            <p:cNvSpPr/>
            <p:nvPr/>
          </p:nvSpPr>
          <p:spPr>
            <a:xfrm>
              <a:off x="2395440" y="4354560"/>
              <a:ext cx="444960" cy="326880"/>
            </a:xfrm>
            <a:custGeom>
              <a:avLst/>
              <a:gdLst>
                <a:gd name="textAreaLeft" fmla="*/ 0 w 444960"/>
                <a:gd name="textAreaRight" fmla="*/ 445320 w 4449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26902" h="18817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2" name="Google Shape;1923;p36"/>
            <p:cNvSpPr/>
            <p:nvPr/>
          </p:nvSpPr>
          <p:spPr>
            <a:xfrm>
              <a:off x="2390040" y="4349160"/>
              <a:ext cx="446040" cy="337680"/>
            </a:xfrm>
            <a:custGeom>
              <a:avLst/>
              <a:gdLst>
                <a:gd name="textAreaLeft" fmla="*/ 0 w 446040"/>
                <a:gd name="textAreaRight" fmla="*/ 446400 w 446040"/>
                <a:gd name="textAreaTop" fmla="*/ 0 h 337680"/>
                <a:gd name="textAreaBottom" fmla="*/ 338040 h 337680"/>
              </a:gdLst>
              <a:ahLst/>
              <a:cxnLst/>
              <a:rect l="textAreaLeft" t="textAreaTop" r="textAreaRight" b="textAreaBottom"/>
              <a:pathLst>
                <a:path w="26983" h="19454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3" name="Google Shape;1924;p36"/>
            <p:cNvSpPr/>
            <p:nvPr/>
          </p:nvSpPr>
          <p:spPr>
            <a:xfrm>
              <a:off x="2625480" y="4393080"/>
              <a:ext cx="140400" cy="70560"/>
            </a:xfrm>
            <a:custGeom>
              <a:avLst/>
              <a:gdLst>
                <a:gd name="textAreaLeft" fmla="*/ 0 w 140400"/>
                <a:gd name="textAreaRight" fmla="*/ 140760 w 140400"/>
                <a:gd name="textAreaTop" fmla="*/ 0 h 70560"/>
                <a:gd name="textAreaBottom" fmla="*/ 70920 h 70560"/>
              </a:gdLst>
              <a:ahLst/>
              <a:cxnLst/>
              <a:rect l="textAreaLeft" t="textAreaTop" r="textAreaRight" b="textAreaBottom"/>
              <a:pathLst>
                <a:path w="8507" h="4071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5280" bIns="35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4" name="Google Shape;1925;p36"/>
            <p:cNvSpPr/>
            <p:nvPr/>
          </p:nvSpPr>
          <p:spPr>
            <a:xfrm>
              <a:off x="2558160" y="4397400"/>
              <a:ext cx="51480" cy="38520"/>
            </a:xfrm>
            <a:custGeom>
              <a:avLst/>
              <a:gdLst>
                <a:gd name="textAreaLeft" fmla="*/ 0 w 51480"/>
                <a:gd name="textAreaRight" fmla="*/ 51840 w 51480"/>
                <a:gd name="textAreaTop" fmla="*/ 0 h 38520"/>
                <a:gd name="textAreaBottom" fmla="*/ 38880 h 38520"/>
              </a:gdLst>
              <a:ahLst/>
              <a:cxnLst/>
              <a:rect l="textAreaLeft" t="textAreaTop" r="textAreaRight" b="textAreaBottom"/>
              <a:pathLst>
                <a:path w="3134" h="2240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440" bIns="19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5" name="Google Shape;1926;p36"/>
            <p:cNvSpPr/>
            <p:nvPr/>
          </p:nvSpPr>
          <p:spPr>
            <a:xfrm>
              <a:off x="1913040" y="4345920"/>
              <a:ext cx="390600" cy="248400"/>
            </a:xfrm>
            <a:custGeom>
              <a:avLst/>
              <a:gdLst>
                <a:gd name="textAreaLeft" fmla="*/ 0 w 390600"/>
                <a:gd name="textAreaRight" fmla="*/ 390960 w 390600"/>
                <a:gd name="textAreaTop" fmla="*/ 0 h 248400"/>
                <a:gd name="textAreaBottom" fmla="*/ 248760 h 248400"/>
              </a:gdLst>
              <a:ahLst/>
              <a:cxnLst/>
              <a:rect l="textAreaLeft" t="textAreaTop" r="textAreaRight" b="textAreaBottom"/>
              <a:pathLst>
                <a:path w="23625" h="14310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6" name="Google Shape;1927;p36"/>
            <p:cNvSpPr/>
            <p:nvPr/>
          </p:nvSpPr>
          <p:spPr>
            <a:xfrm>
              <a:off x="1915920" y="4340160"/>
              <a:ext cx="383400" cy="259920"/>
            </a:xfrm>
            <a:custGeom>
              <a:avLst/>
              <a:gdLst>
                <a:gd name="textAreaLeft" fmla="*/ 0 w 383400"/>
                <a:gd name="textAreaRight" fmla="*/ 383760 w 383400"/>
                <a:gd name="textAreaTop" fmla="*/ 0 h 259920"/>
                <a:gd name="textAreaBottom" fmla="*/ 260280 h 259920"/>
              </a:gdLst>
              <a:ahLst/>
              <a:cxnLst/>
              <a:rect l="textAreaLeft" t="textAreaTop" r="textAreaRight" b="textAreaBottom"/>
              <a:pathLst>
                <a:path w="23198" h="14977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7" name="Google Shape;1928;p36"/>
            <p:cNvSpPr/>
            <p:nvPr/>
          </p:nvSpPr>
          <p:spPr>
            <a:xfrm>
              <a:off x="2120040" y="4376880"/>
              <a:ext cx="73080" cy="47880"/>
            </a:xfrm>
            <a:custGeom>
              <a:avLst/>
              <a:gdLst>
                <a:gd name="textAreaLeft" fmla="*/ 0 w 73080"/>
                <a:gd name="textAreaRight" fmla="*/ 73440 w 73080"/>
                <a:gd name="textAreaTop" fmla="*/ 0 h 47880"/>
                <a:gd name="textAreaBottom" fmla="*/ 48240 h 47880"/>
              </a:gdLst>
              <a:ahLst/>
              <a:cxnLst/>
              <a:rect l="textAreaLeft" t="textAreaTop" r="textAreaRight" b="textAreaBottom"/>
              <a:pathLst>
                <a:path w="4437" h="2769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8" name="Google Shape;1929;p36"/>
            <p:cNvSpPr/>
            <p:nvPr/>
          </p:nvSpPr>
          <p:spPr>
            <a:xfrm>
              <a:off x="2065320" y="4358520"/>
              <a:ext cx="56160" cy="4320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43200"/>
                <a:gd name="textAreaBottom" fmla="*/ 43560 h 43200"/>
              </a:gdLst>
              <a:ahLst/>
              <a:cxnLst/>
              <a:rect l="textAreaLeft" t="textAreaTop" r="textAreaRight" b="textAreaBottom"/>
              <a:pathLst>
                <a:path w="3420" h="2504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9" name="Google Shape;1930;p36"/>
            <p:cNvSpPr/>
            <p:nvPr/>
          </p:nvSpPr>
          <p:spPr>
            <a:xfrm>
              <a:off x="1517760" y="3611520"/>
              <a:ext cx="1005120" cy="1428120"/>
            </a:xfrm>
            <a:custGeom>
              <a:avLst/>
              <a:gdLst>
                <a:gd name="textAreaLeft" fmla="*/ 0 w 1005120"/>
                <a:gd name="textAreaRight" fmla="*/ 1005480 w 1005120"/>
                <a:gd name="textAreaTop" fmla="*/ 0 h 1428120"/>
                <a:gd name="textAreaBottom" fmla="*/ 1428480 h 1428120"/>
              </a:gdLst>
              <a:ahLst/>
              <a:cxnLst/>
              <a:rect l="textAreaLeft" t="textAreaTop" r="textAreaRight" b="textAreaBottom"/>
              <a:pathLst>
                <a:path w="60761" h="82176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0" name="Google Shape;1931;p36"/>
            <p:cNvSpPr/>
            <p:nvPr/>
          </p:nvSpPr>
          <p:spPr>
            <a:xfrm>
              <a:off x="1530000" y="3647520"/>
              <a:ext cx="986400" cy="1392120"/>
            </a:xfrm>
            <a:custGeom>
              <a:avLst/>
              <a:gdLst>
                <a:gd name="textAreaLeft" fmla="*/ 0 w 986400"/>
                <a:gd name="textAreaRight" fmla="*/ 986760 w 986400"/>
                <a:gd name="textAreaTop" fmla="*/ 0 h 1392120"/>
                <a:gd name="textAreaBottom" fmla="*/ 1392480 h 1392120"/>
              </a:gdLst>
              <a:ahLst/>
              <a:cxnLst/>
              <a:rect l="textAreaLeft" t="textAreaTop" r="textAreaRight" b="textAreaBottom"/>
              <a:pathLst>
                <a:path w="59622" h="80093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w="9525">
              <a:solidFill>
                <a:srgbClr val="47779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1" name="Google Shape;1932;p36"/>
            <p:cNvSpPr/>
            <p:nvPr/>
          </p:nvSpPr>
          <p:spPr>
            <a:xfrm>
              <a:off x="1524600" y="3605400"/>
              <a:ext cx="994320" cy="1440360"/>
            </a:xfrm>
            <a:custGeom>
              <a:avLst/>
              <a:gdLst>
                <a:gd name="textAreaLeft" fmla="*/ 0 w 994320"/>
                <a:gd name="textAreaRight" fmla="*/ 994680 w 994320"/>
                <a:gd name="textAreaTop" fmla="*/ 0 h 1440360"/>
                <a:gd name="textAreaBottom" fmla="*/ 1440720 h 1440360"/>
              </a:gdLst>
              <a:ahLst/>
              <a:cxnLst/>
              <a:rect l="textAreaLeft" t="textAreaTop" r="textAreaRight" b="textAreaBottom"/>
              <a:pathLst>
                <a:path w="60110" h="82881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2" name="Google Shape;1933;p36"/>
            <p:cNvSpPr/>
            <p:nvPr/>
          </p:nvSpPr>
          <p:spPr>
            <a:xfrm>
              <a:off x="2356920" y="4566240"/>
              <a:ext cx="115560" cy="162000"/>
            </a:xfrm>
            <a:custGeom>
              <a:avLst/>
              <a:gdLst>
                <a:gd name="textAreaLeft" fmla="*/ 0 w 115560"/>
                <a:gd name="textAreaRight" fmla="*/ 115920 w 115560"/>
                <a:gd name="textAreaTop" fmla="*/ 0 h 162000"/>
                <a:gd name="textAreaBottom" fmla="*/ 162360 h 162000"/>
              </a:gdLst>
              <a:ahLst/>
              <a:cxnLst/>
              <a:rect l="textAreaLeft" t="textAreaTop" r="textAreaRight" b="textAreaBottom"/>
              <a:pathLst>
                <a:path w="7001" h="9329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1000" bIns="81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3" name="Google Shape;1934;p36"/>
            <p:cNvSpPr/>
            <p:nvPr/>
          </p:nvSpPr>
          <p:spPr>
            <a:xfrm>
              <a:off x="485640" y="3294000"/>
              <a:ext cx="868320" cy="1842120"/>
            </a:xfrm>
            <a:custGeom>
              <a:avLst/>
              <a:gdLst>
                <a:gd name="textAreaLeft" fmla="*/ 0 w 868320"/>
                <a:gd name="textAreaRight" fmla="*/ 868680 w 868320"/>
                <a:gd name="textAreaTop" fmla="*/ 0 h 1842120"/>
                <a:gd name="textAreaBottom" fmla="*/ 1842480 h 1842120"/>
              </a:gdLst>
              <a:ahLst/>
              <a:cxnLst/>
              <a:rect l="textAreaLeft" t="textAreaTop" r="textAreaRight" b="textAreaBottom"/>
              <a:pathLst>
                <a:path w="52500" h="105991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4" name="Google Shape;1935;p36"/>
            <p:cNvSpPr/>
            <p:nvPr/>
          </p:nvSpPr>
          <p:spPr>
            <a:xfrm>
              <a:off x="479520" y="3288600"/>
              <a:ext cx="880560" cy="1854000"/>
            </a:xfrm>
            <a:custGeom>
              <a:avLst/>
              <a:gdLst>
                <a:gd name="textAreaLeft" fmla="*/ 0 w 880560"/>
                <a:gd name="textAreaRight" fmla="*/ 880920 w 880560"/>
                <a:gd name="textAreaTop" fmla="*/ 0 h 1854000"/>
                <a:gd name="textAreaBottom" fmla="*/ 1854360 h 1854000"/>
              </a:gdLst>
              <a:ahLst/>
              <a:cxnLst/>
              <a:rect l="textAreaLeft" t="textAreaTop" r="textAreaRight" b="textAreaBottom"/>
              <a:pathLst>
                <a:path w="53232" h="106668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5" name="Google Shape;1936;p36"/>
            <p:cNvSpPr/>
            <p:nvPr/>
          </p:nvSpPr>
          <p:spPr>
            <a:xfrm>
              <a:off x="154080" y="3270600"/>
              <a:ext cx="1149840" cy="1865880"/>
            </a:xfrm>
            <a:custGeom>
              <a:avLst/>
              <a:gdLst>
                <a:gd name="textAreaLeft" fmla="*/ 0 w 1149840"/>
                <a:gd name="textAreaRight" fmla="*/ 1150200 w 1149840"/>
                <a:gd name="textAreaTop" fmla="*/ 0 h 1865880"/>
                <a:gd name="textAreaBottom" fmla="*/ 1866240 h 1865880"/>
              </a:gdLst>
              <a:ahLst/>
              <a:cxnLst/>
              <a:rect l="textAreaLeft" t="textAreaTop" r="textAreaRight" b="textAreaBottom"/>
              <a:pathLst>
                <a:path w="69512" h="107351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6" name="Google Shape;1937;p36"/>
            <p:cNvSpPr/>
            <p:nvPr/>
          </p:nvSpPr>
          <p:spPr>
            <a:xfrm>
              <a:off x="150840" y="3264840"/>
              <a:ext cx="1158480" cy="1878120"/>
            </a:xfrm>
            <a:custGeom>
              <a:avLst/>
              <a:gdLst>
                <a:gd name="textAreaLeft" fmla="*/ 0 w 1158480"/>
                <a:gd name="textAreaRight" fmla="*/ 1158840 w 1158480"/>
                <a:gd name="textAreaTop" fmla="*/ 0 h 1878120"/>
                <a:gd name="textAreaBottom" fmla="*/ 1878480 h 1878120"/>
              </a:gdLst>
              <a:ahLst/>
              <a:cxnLst/>
              <a:rect l="textAreaLeft" t="textAreaTop" r="textAreaRight" b="textAreaBottom"/>
              <a:pathLst>
                <a:path w="70040" h="108052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7" name="Google Shape;1938;p36"/>
            <p:cNvSpPr/>
            <p:nvPr/>
          </p:nvSpPr>
          <p:spPr>
            <a:xfrm>
              <a:off x="519120" y="5136840"/>
              <a:ext cx="4047120" cy="360"/>
            </a:xfrm>
            <a:custGeom>
              <a:avLst/>
              <a:gdLst>
                <a:gd name="textAreaLeft" fmla="*/ 0 w 4047120"/>
                <a:gd name="textAreaRight" fmla="*/ 4047480 w 404712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44590" h="1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8" name="Google Shape;1939;p36"/>
            <p:cNvSpPr/>
            <p:nvPr/>
          </p:nvSpPr>
          <p:spPr>
            <a:xfrm>
              <a:off x="513000" y="5131080"/>
              <a:ext cx="4058280" cy="11520"/>
            </a:xfrm>
            <a:custGeom>
              <a:avLst/>
              <a:gdLst>
                <a:gd name="textAreaLeft" fmla="*/ 0 w 4058280"/>
                <a:gd name="textAreaRight" fmla="*/ 4058640 w 405828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245282" h="693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829" name="PlaceHolder 1"/>
          <p:cNvSpPr>
            <a:spLocks noGrp="1"/>
          </p:cNvSpPr>
          <p:nvPr>
            <p:ph type="title"/>
          </p:nvPr>
        </p:nvSpPr>
        <p:spPr>
          <a:xfrm>
            <a:off x="4390645" y="1836594"/>
            <a:ext cx="4448710" cy="147031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4400" b="0" u="none" strike="noStrike" noProof="0" dirty="0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Capacitación Técnica de Actualización  </a:t>
            </a:r>
            <a:endParaRPr lang="es-CO" sz="44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30" name="PlaceHolder 2"/>
          <p:cNvSpPr>
            <a:spLocks noGrp="1"/>
          </p:cNvSpPr>
          <p:nvPr>
            <p:ph type="subTitle"/>
          </p:nvPr>
        </p:nvSpPr>
        <p:spPr>
          <a:xfrm>
            <a:off x="4390645" y="3571920"/>
            <a:ext cx="4448710" cy="799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buNone/>
            </a:pPr>
            <a:r>
              <a:rPr lang="es-MX" sz="1800" b="1" i="1" dirty="0">
                <a:solidFill>
                  <a:schemeClr val="accent1"/>
                </a:solidFill>
                <a:latin typeface="Barlow Semi Condensed Medium"/>
                <a:ea typeface="Barlow Semi Condensed Medium"/>
              </a:rPr>
              <a:t>Ruben Felipe Tovar Aviles</a:t>
            </a:r>
          </a:p>
          <a:p>
            <a:pPr indent="0" algn="ctr">
              <a:buNone/>
            </a:pPr>
            <a:r>
              <a:rPr lang="es-MX" sz="1600" dirty="0">
                <a:solidFill>
                  <a:schemeClr val="accent1"/>
                </a:solidFill>
                <a:latin typeface="Barlow Semi Condensed Medium"/>
                <a:ea typeface="Barlow Semi Condensed Medium"/>
              </a:rPr>
              <a:t>Practicante SENA</a:t>
            </a:r>
            <a:endParaRPr lang="es-CO" sz="1600" b="0" u="none" strike="noStrike" noProof="0" dirty="0">
              <a:solidFill>
                <a:schemeClr val="accent1"/>
              </a:solidFill>
              <a:effectLst/>
              <a:uFillTx/>
              <a:latin typeface="Barlow Semi Condensed Medium"/>
              <a:ea typeface="Barlow Semi Condensed Medium"/>
            </a:endParaRPr>
          </a:p>
        </p:txBody>
      </p:sp>
      <p:pic>
        <p:nvPicPr>
          <p:cNvPr id="5" name="Imagen 4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75B9999D-D122-E055-12AE-09E9204080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732926" cy="10391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662C58A9-7CB0-56BD-A2EE-6A916C3E90B3}"/>
              </a:ext>
            </a:extLst>
          </p:cNvPr>
          <p:cNvGrpSpPr>
            <a:grpSpLocks noChangeAspect="1"/>
          </p:cNvGrpSpPr>
          <p:nvPr/>
        </p:nvGrpSpPr>
        <p:grpSpPr>
          <a:xfrm>
            <a:off x="163623" y="1244298"/>
            <a:ext cx="2880000" cy="2880000"/>
            <a:chOff x="410760" y="789120"/>
            <a:chExt cx="3565080" cy="3565080"/>
          </a:xfrm>
        </p:grpSpPr>
        <p:grpSp>
          <p:nvGrpSpPr>
            <p:cNvPr id="1831" name="Google Shape;2238;p41"/>
            <p:cNvGrpSpPr/>
            <p:nvPr/>
          </p:nvGrpSpPr>
          <p:grpSpPr>
            <a:xfrm>
              <a:off x="410760" y="789120"/>
              <a:ext cx="3565080" cy="3565080"/>
              <a:chOff x="410760" y="789120"/>
              <a:chExt cx="3565080" cy="3565080"/>
            </a:xfrm>
          </p:grpSpPr>
          <p:sp>
            <p:nvSpPr>
              <p:cNvPr id="1832" name="Google Shape;2239;p41"/>
              <p:cNvSpPr/>
              <p:nvPr/>
            </p:nvSpPr>
            <p:spPr>
              <a:xfrm>
                <a:off x="410760" y="789120"/>
                <a:ext cx="3565080" cy="3565080"/>
              </a:xfrm>
              <a:prstGeom prst="ellipse">
                <a:avLst/>
              </a:prstGeom>
              <a:solidFill>
                <a:srgbClr val="77C6FC"/>
              </a:solidFill>
              <a:ln w="9525">
                <a:solidFill>
                  <a:srgbClr val="494949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CO" sz="1800" b="0" u="none" strike="noStrike" noProof="0" dirty="0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33" name="Google Shape;2240;p41"/>
              <p:cNvSpPr/>
              <p:nvPr/>
            </p:nvSpPr>
            <p:spPr>
              <a:xfrm>
                <a:off x="572760" y="951120"/>
                <a:ext cx="3241440" cy="324144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595959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CO" sz="1800" b="0" u="none" strike="noStrike" noProof="0" dirty="0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834" name="Google Shape;2241;p41" title="close-up-person-standing-using-laptop.jpg"/>
            <p:cNvSpPr/>
            <p:nvPr/>
          </p:nvSpPr>
          <p:spPr>
            <a:xfrm>
              <a:off x="725400" y="1103760"/>
              <a:ext cx="2935440" cy="2935440"/>
            </a:xfrm>
            <a:prstGeom prst="ellipse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s-CO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835" name="PlaceHolder 1"/>
          <p:cNvSpPr>
            <a:spLocks noGrp="1"/>
          </p:cNvSpPr>
          <p:nvPr>
            <p:ph type="title"/>
          </p:nvPr>
        </p:nvSpPr>
        <p:spPr>
          <a:xfrm>
            <a:off x="3904716" y="1262619"/>
            <a:ext cx="4095533" cy="48850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2800" b="1" i="1" u="none" strike="noStrike" noProof="0" dirty="0">
                <a:solidFill>
                  <a:schemeClr val="dk1"/>
                </a:solidFill>
                <a:effectLst/>
                <a:uFillTx/>
                <a:latin typeface="Arial"/>
              </a:rPr>
              <a:t>¿Qué </a:t>
            </a:r>
            <a:r>
              <a:rPr lang="es-MX" sz="2800" b="1" i="1" u="none" strike="noStrike" noProof="0" dirty="0">
                <a:solidFill>
                  <a:schemeClr val="dk1"/>
                </a:solidFill>
                <a:effectLst/>
                <a:uFillTx/>
                <a:latin typeface="Barlow Semi Condensed" panose="00000506000000000000" pitchFamily="2" charset="0"/>
              </a:rPr>
              <a:t>cambió</a:t>
            </a:r>
            <a:r>
              <a:rPr lang="es-MX" sz="2800" b="1" i="1" u="none" strike="noStrike" noProof="0" dirty="0">
                <a:solidFill>
                  <a:schemeClr val="dk1"/>
                </a:solidFill>
                <a:effectLst/>
                <a:uFillTx/>
                <a:latin typeface="Arial"/>
              </a:rPr>
              <a:t> y por qué?</a:t>
            </a:r>
            <a:endParaRPr lang="es-CO" sz="2800" b="1" i="1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6679455-C18F-A290-B635-E5A22B1210F2}"/>
              </a:ext>
            </a:extLst>
          </p:cNvPr>
          <p:cNvSpPr txBox="1"/>
          <p:nvPr/>
        </p:nvSpPr>
        <p:spPr>
          <a:xfrm>
            <a:off x="3439880" y="1869835"/>
            <a:ext cx="2660499" cy="2285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i="1" dirty="0">
                <a:latin typeface="Barlow Semi Condensed" panose="00000506000000000000" pitchFamily="2" charset="0"/>
              </a:rPr>
              <a:t>CAMBIOS</a:t>
            </a:r>
          </a:p>
          <a:p>
            <a:pPr algn="ctr"/>
            <a:endParaRPr lang="es-CO" b="1" i="1" dirty="0">
              <a:latin typeface="Barlow Semi Condensed" panose="00000506000000000000" pitchFamily="2" charset="0"/>
            </a:endParaRPr>
          </a:p>
          <a:p>
            <a:pPr algn="ctr"/>
            <a:endParaRPr lang="es-CO" sz="1050" b="1" i="1" dirty="0">
              <a:latin typeface="Barlow Semi Condensed" panose="00000506000000000000" pitchFamily="2" charset="0"/>
            </a:endParaRPr>
          </a:p>
          <a:p>
            <a:pPr marL="285750" indent="-285750" algn="just">
              <a:buFontTx/>
              <a:buChar char="-"/>
            </a:pPr>
            <a:r>
              <a:rPr lang="es-CO" sz="1600" b="1" i="1" dirty="0">
                <a:latin typeface="Barlow Semi Condensed" panose="00000506000000000000" pitchFamily="2" charset="0"/>
              </a:rPr>
              <a:t>BASE DE DATOS</a:t>
            </a:r>
          </a:p>
          <a:p>
            <a:pPr algn="just"/>
            <a:endParaRPr lang="es-CO" sz="1600" dirty="0">
              <a:latin typeface="Barlow Semi Condensed" panose="00000506000000000000" pitchFamily="2" charset="0"/>
            </a:endParaRPr>
          </a:p>
          <a:p>
            <a:pPr marL="285750" indent="-285750" algn="just">
              <a:buFontTx/>
              <a:buChar char="-"/>
            </a:pPr>
            <a:r>
              <a:rPr lang="es-MX" sz="1600" b="1" i="1" dirty="0">
                <a:latin typeface="Barlow Semi Condensed" panose="00000506000000000000" pitchFamily="2" charset="0"/>
              </a:rPr>
              <a:t>4.0 F04 ORDEN DE PEDIDOS</a:t>
            </a:r>
          </a:p>
          <a:p>
            <a:pPr algn="just"/>
            <a:endParaRPr lang="es-MX" sz="1600" dirty="0">
              <a:latin typeface="Barlow Semi Condensed" panose="00000506000000000000" pitchFamily="2" charset="0"/>
            </a:endParaRPr>
          </a:p>
          <a:p>
            <a:pPr algn="just"/>
            <a:endParaRPr lang="es-MX" sz="1600" dirty="0">
              <a:latin typeface="Barlow Semi Condensed" panose="00000506000000000000" pitchFamily="2" charset="0"/>
            </a:endParaRPr>
          </a:p>
          <a:p>
            <a:pPr algn="just"/>
            <a:endParaRPr lang="es-CO" sz="1600" dirty="0">
              <a:latin typeface="Barlow Semi Condensed" panose="00000506000000000000" pitchFamily="2" charset="0"/>
            </a:endParaRPr>
          </a:p>
        </p:txBody>
      </p:sp>
      <p:pic>
        <p:nvPicPr>
          <p:cNvPr id="1026" name="Picture 2" descr="Microsoft Excel Stickers - Find &amp; Share on GIPHY">
            <a:extLst>
              <a:ext uri="{FF2B5EF4-FFF2-40B4-BE49-F238E27FC236}">
                <a16:creationId xmlns:a16="http://schemas.microsoft.com/office/drawing/2014/main" id="{C6C73CE0-C00A-202F-973A-CF1DD936E1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25" t="10732" r="13333" b="11614"/>
          <a:stretch>
            <a:fillRect/>
          </a:stretch>
        </p:blipFill>
        <p:spPr bwMode="auto">
          <a:xfrm>
            <a:off x="5493317" y="3591673"/>
            <a:ext cx="976046" cy="1025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164DF22-C78C-C816-E060-11822B1D267E}"/>
              </a:ext>
            </a:extLst>
          </p:cNvPr>
          <p:cNvSpPr txBox="1"/>
          <p:nvPr/>
        </p:nvSpPr>
        <p:spPr>
          <a:xfrm>
            <a:off x="6278182" y="1869835"/>
            <a:ext cx="2880001" cy="2254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i="1" dirty="0">
                <a:latin typeface="Barlow Semi Condensed" panose="00000506000000000000" pitchFamily="2" charset="0"/>
              </a:rPr>
              <a:t>¿POR QUE?</a:t>
            </a:r>
          </a:p>
          <a:p>
            <a:pPr algn="ctr"/>
            <a:endParaRPr lang="es-CO" sz="1050" b="1" i="1" dirty="0">
              <a:latin typeface="Barlow Semi Condensed" panose="00000506000000000000" pitchFamily="2" charset="0"/>
            </a:endParaRPr>
          </a:p>
          <a:p>
            <a:pPr algn="just"/>
            <a:r>
              <a:rPr lang="es-MX" sz="1600" dirty="0">
                <a:latin typeface="Barlow Semi Condensed" panose="00000506000000000000" pitchFamily="2" charset="0"/>
              </a:rPr>
              <a:t>Impulsar la mejora continua mediante herramientas más ágiles y precisas que eliminan procesos manuales y posibles errores o confusiones.</a:t>
            </a:r>
          </a:p>
          <a:p>
            <a:pPr algn="just"/>
            <a:endParaRPr lang="es-MX" sz="1600" dirty="0">
              <a:latin typeface="Barlow Semi Condensed" panose="00000506000000000000" pitchFamily="2" charset="0"/>
            </a:endParaRPr>
          </a:p>
          <a:p>
            <a:pPr algn="just"/>
            <a:endParaRPr lang="es-CO" sz="1600" dirty="0">
              <a:latin typeface="Barlow Semi Condensed" panose="00000506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Rectángulo 1860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O" sz="5000" b="1" u="none" strike="noStrike" noProof="0" dirty="0">
                <a:solidFill>
                  <a:schemeClr val="dk2"/>
                </a:solidFill>
                <a:effectLst/>
                <a:uFillTx/>
                <a:latin typeface="Calibri"/>
              </a:rPr>
              <a:t>01</a:t>
            </a:r>
            <a:endParaRPr lang="es-CO" sz="50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62" name="Rectángulo 1861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O" sz="4000" b="0" u="none" strike="noStrike" noProof="0" dirty="0">
                <a:solidFill>
                  <a:schemeClr val="dk2"/>
                </a:solidFill>
                <a:effectLst/>
                <a:uFillTx/>
                <a:latin typeface="Fjalla One"/>
              </a:rPr>
              <a:t>BASE DE DATOS</a:t>
            </a:r>
            <a:endParaRPr lang="es-CO" sz="4000" dirty="0">
              <a:solidFill>
                <a:schemeClr val="dk2"/>
              </a:solidFill>
              <a:latin typeface="Fjalla One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O" sz="3800" dirty="0">
                <a:solidFill>
                  <a:schemeClr val="dk2"/>
                </a:solidFill>
                <a:latin typeface="Fjalla One"/>
              </a:rPr>
              <a:t>Cambios</a:t>
            </a:r>
            <a:endParaRPr lang="es-CO" sz="38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863" name="image69a986e61e7d9" descr="image69a986e61e7dd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50" name="Picture 2" descr="Iconos animados de Base de datos | Iconos animados de seo y web gratis">
            <a:extLst>
              <a:ext uri="{FF2B5EF4-FFF2-40B4-BE49-F238E27FC236}">
                <a16:creationId xmlns:a16="http://schemas.microsoft.com/office/drawing/2014/main" id="{AE584BB8-9AA0-DAB4-8E74-7EABE0EC4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129" y="2705133"/>
            <a:ext cx="1883381" cy="1883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78532713-1648-62B5-422E-9B5CBE22DBF0}"/>
              </a:ext>
            </a:extLst>
          </p:cNvPr>
          <p:cNvSpPr/>
          <p:nvPr/>
        </p:nvSpPr>
        <p:spPr>
          <a:xfrm>
            <a:off x="281071" y="394447"/>
            <a:ext cx="3619080" cy="571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O" sz="4000" b="1" dirty="0">
                <a:solidFill>
                  <a:schemeClr val="dk2"/>
                </a:solidFill>
                <a:latin typeface="Fjalla One"/>
              </a:rPr>
              <a:t>Principales Cambios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CD4F7F6-E5F1-BA9A-539A-423243DCF2F7}"/>
              </a:ext>
            </a:extLst>
          </p:cNvPr>
          <p:cNvSpPr/>
          <p:nvPr/>
        </p:nvSpPr>
        <p:spPr>
          <a:xfrm>
            <a:off x="281071" y="1253997"/>
            <a:ext cx="4403945" cy="20234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/>
          </a:bodyPr>
          <a:lstStyle/>
          <a:p>
            <a:pPr marL="457200" indent="-457200" defTabSz="914400">
              <a:lnSpc>
                <a:spcPct val="100000"/>
              </a:lnSpc>
              <a:buAutoNum type="arabicPeriod"/>
              <a:tabLst>
                <a:tab pos="0" algn="l"/>
              </a:tabLst>
            </a:pPr>
            <a:r>
              <a:rPr lang="es-CO" dirty="0">
                <a:solidFill>
                  <a:schemeClr val="dk2"/>
                </a:solidFill>
                <a:latin typeface="Barlow Semi Condensed" panose="00000506000000000000" pitchFamily="2" charset="0"/>
              </a:rPr>
              <a:t>Centralización de datos en una única fuente</a:t>
            </a:r>
          </a:p>
          <a:p>
            <a:pPr marL="457200" indent="-457200" defTabSz="914400">
              <a:lnSpc>
                <a:spcPct val="100000"/>
              </a:lnSpc>
              <a:buAutoNum type="arabicPeriod"/>
              <a:tabLst>
                <a:tab pos="0" algn="l"/>
              </a:tabLst>
            </a:pPr>
            <a:endParaRPr lang="es-CO" dirty="0">
              <a:solidFill>
                <a:schemeClr val="dk2"/>
              </a:solidFill>
              <a:latin typeface="Barlow Semi Condensed" panose="00000506000000000000" pitchFamily="2" charset="0"/>
            </a:endParaRPr>
          </a:p>
          <a:p>
            <a:pPr marL="457200" indent="-457200" defTabSz="914400">
              <a:lnSpc>
                <a:spcPct val="100000"/>
              </a:lnSpc>
              <a:buAutoNum type="arabicPeriod"/>
              <a:tabLst>
                <a:tab pos="0" algn="l"/>
              </a:tabLst>
            </a:pPr>
            <a:r>
              <a:rPr lang="es-CO" dirty="0">
                <a:solidFill>
                  <a:schemeClr val="dk2"/>
                </a:solidFill>
                <a:latin typeface="Barlow Semi Condensed" panose="00000506000000000000" pitchFamily="2" charset="0"/>
              </a:rPr>
              <a:t>Incorporación y automatización del dato “ZONA”</a:t>
            </a:r>
          </a:p>
          <a:p>
            <a:pPr marL="457200" indent="-457200" defTabSz="914400">
              <a:lnSpc>
                <a:spcPct val="100000"/>
              </a:lnSpc>
              <a:buAutoNum type="arabicPeriod"/>
              <a:tabLst>
                <a:tab pos="0" algn="l"/>
              </a:tabLst>
            </a:pPr>
            <a:endParaRPr lang="es-CO" dirty="0">
              <a:solidFill>
                <a:schemeClr val="dk2"/>
              </a:solidFill>
              <a:latin typeface="Barlow Semi Condensed" panose="00000506000000000000" pitchFamily="2" charset="0"/>
            </a:endParaRPr>
          </a:p>
          <a:p>
            <a:pPr marL="457200" indent="-457200" defTabSz="914400">
              <a:lnSpc>
                <a:spcPct val="100000"/>
              </a:lnSpc>
              <a:buAutoNum type="arabicPeriod"/>
              <a:tabLst>
                <a:tab pos="0" algn="l"/>
              </a:tabLst>
            </a:pPr>
            <a:r>
              <a:rPr lang="es-CO" dirty="0">
                <a:solidFill>
                  <a:schemeClr val="dk2"/>
                </a:solidFill>
                <a:latin typeface="Barlow Semi Condensed" panose="00000506000000000000" pitchFamily="2" charset="0"/>
              </a:rPr>
              <a:t>Listado de los Barrios y Zonas  disponibles para asignar</a:t>
            </a:r>
          </a:p>
        </p:txBody>
      </p:sp>
      <p:pic>
        <p:nvPicPr>
          <p:cNvPr id="3074" name="Picture 2" descr="Iconos animados de Geolocalización | Iconos animados de mapas y ubicación  gratis">
            <a:extLst>
              <a:ext uri="{FF2B5EF4-FFF2-40B4-BE49-F238E27FC236}">
                <a16:creationId xmlns:a16="http://schemas.microsoft.com/office/drawing/2014/main" id="{CD8C7828-BA13-402F-648B-3F97D6DBB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9577" y="3300578"/>
            <a:ext cx="1266932" cy="1266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FCE8B0BC-9387-1B15-23A6-EEC3E35063C5}"/>
              </a:ext>
            </a:extLst>
          </p:cNvPr>
          <p:cNvSpPr/>
          <p:nvPr/>
        </p:nvSpPr>
        <p:spPr>
          <a:xfrm>
            <a:off x="5323819" y="1453325"/>
            <a:ext cx="3619080" cy="571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O" sz="2800" dirty="0">
                <a:solidFill>
                  <a:schemeClr val="dk2"/>
                </a:solidFill>
                <a:latin typeface="Fjalla One"/>
              </a:rPr>
              <a:t>Tener en Cuenta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20CA482-F1C9-8BD9-D6DC-1660CB8C5A4E}"/>
              </a:ext>
            </a:extLst>
          </p:cNvPr>
          <p:cNvSpPr/>
          <p:nvPr/>
        </p:nvSpPr>
        <p:spPr>
          <a:xfrm>
            <a:off x="5599359" y="2144176"/>
            <a:ext cx="3068001" cy="19141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285750" indent="-28575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dirty="0">
                <a:solidFill>
                  <a:schemeClr val="dk2"/>
                </a:solidFill>
                <a:latin typeface="Barlow Semi Condensed" panose="00000506000000000000" pitchFamily="2" charset="0"/>
              </a:rPr>
              <a:t>Registro de Nuevos Clientes</a:t>
            </a:r>
          </a:p>
          <a:p>
            <a:pPr marL="285750" indent="-28575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s-CO" dirty="0">
              <a:solidFill>
                <a:schemeClr val="dk2"/>
              </a:solidFill>
              <a:latin typeface="Barlow Semi Condensed" panose="00000506000000000000" pitchFamily="2" charset="0"/>
            </a:endParaRPr>
          </a:p>
          <a:p>
            <a:pPr marL="285750" indent="-28575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dirty="0">
                <a:solidFill>
                  <a:schemeClr val="dk2"/>
                </a:solidFill>
                <a:latin typeface="Barlow Semi Condensed" panose="00000506000000000000" pitchFamily="2" charset="0"/>
              </a:rPr>
              <a:t>Creación y asignación de Barrio – Zona</a:t>
            </a:r>
          </a:p>
          <a:p>
            <a:pPr marL="285750" indent="-28575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s-CO" dirty="0">
              <a:solidFill>
                <a:schemeClr val="dk2"/>
              </a:solidFill>
              <a:latin typeface="Barlow Semi Condensed" panose="00000506000000000000" pitchFamily="2" charset="0"/>
            </a:endParaRPr>
          </a:p>
          <a:p>
            <a:pPr marL="285750" indent="-28575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dirty="0">
                <a:solidFill>
                  <a:schemeClr val="dk2"/>
                </a:solidFill>
                <a:latin typeface="Barlow Semi Condensed" panose="00000506000000000000" pitchFamily="2" charset="0"/>
              </a:rPr>
              <a:t>Orden al terminar registro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6F8AC40-579C-A69F-AF1A-38AED83CB28B}"/>
              </a:ext>
            </a:extLst>
          </p:cNvPr>
          <p:cNvCxnSpPr>
            <a:cxnSpLocks/>
          </p:cNvCxnSpPr>
          <p:nvPr/>
        </p:nvCxnSpPr>
        <p:spPr>
          <a:xfrm>
            <a:off x="5106256" y="0"/>
            <a:ext cx="0" cy="2352782"/>
          </a:xfrm>
          <a:prstGeom prst="line">
            <a:avLst/>
          </a:prstGeom>
          <a:ln w="28575">
            <a:solidFill>
              <a:srgbClr val="77C6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írculo: vacío 9">
            <a:extLst>
              <a:ext uri="{FF2B5EF4-FFF2-40B4-BE49-F238E27FC236}">
                <a16:creationId xmlns:a16="http://schemas.microsoft.com/office/drawing/2014/main" id="{AB137750-290C-D5D2-08D5-60806213ACB2}"/>
              </a:ext>
            </a:extLst>
          </p:cNvPr>
          <p:cNvSpPr/>
          <p:nvPr/>
        </p:nvSpPr>
        <p:spPr>
          <a:xfrm>
            <a:off x="4782256" y="2352782"/>
            <a:ext cx="648000" cy="648000"/>
          </a:xfrm>
          <a:prstGeom prst="donu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chemeClr val="tx1"/>
              </a:solidFill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26685AF7-AF9F-FFA4-B051-D248C7A85E67}"/>
              </a:ext>
            </a:extLst>
          </p:cNvPr>
          <p:cNvCxnSpPr>
            <a:cxnSpLocks/>
            <a:stCxn id="10" idx="4"/>
          </p:cNvCxnSpPr>
          <p:nvPr/>
        </p:nvCxnSpPr>
        <p:spPr>
          <a:xfrm>
            <a:off x="5106256" y="3000782"/>
            <a:ext cx="0" cy="2142718"/>
          </a:xfrm>
          <a:prstGeom prst="line">
            <a:avLst/>
          </a:prstGeom>
          <a:ln w="28575">
            <a:solidFill>
              <a:srgbClr val="77C6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3030D-D980-C68A-4674-4AF10C809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Rectángulo 1860">
            <a:extLst>
              <a:ext uri="{FF2B5EF4-FFF2-40B4-BE49-F238E27FC236}">
                <a16:creationId xmlns:a16="http://schemas.microsoft.com/office/drawing/2014/main" id="{44F666DB-89D4-C6AE-E46B-A901222E54DA}"/>
              </a:ext>
            </a:extLst>
          </p:cNvPr>
          <p:cNvSpPr/>
          <p:nvPr/>
        </p:nvSpPr>
        <p:spPr>
          <a:xfrm>
            <a:off x="201309" y="554986"/>
            <a:ext cx="2285640" cy="8617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O" sz="5000" b="1" u="none" strike="noStrike" noProof="0" dirty="0">
                <a:solidFill>
                  <a:schemeClr val="dk2"/>
                </a:solidFill>
                <a:effectLst/>
                <a:uFillTx/>
                <a:latin typeface="Calibri"/>
              </a:rPr>
              <a:t>02</a:t>
            </a:r>
            <a:endParaRPr lang="es-CO" sz="50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62" name="Rectángulo 1861">
            <a:extLst>
              <a:ext uri="{FF2B5EF4-FFF2-40B4-BE49-F238E27FC236}">
                <a16:creationId xmlns:a16="http://schemas.microsoft.com/office/drawing/2014/main" id="{72622D99-C674-C266-E3AD-1079B5CF49BA}"/>
              </a:ext>
            </a:extLst>
          </p:cNvPr>
          <p:cNvSpPr/>
          <p:nvPr/>
        </p:nvSpPr>
        <p:spPr>
          <a:xfrm>
            <a:off x="174661" y="1428840"/>
            <a:ext cx="4705563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/>
          </a:bodyPr>
          <a:lstStyle/>
          <a:p>
            <a:pPr>
              <a:tabLst>
                <a:tab pos="0" algn="l"/>
              </a:tabLst>
            </a:pPr>
            <a:r>
              <a:rPr lang="es-MX" sz="3500" dirty="0">
                <a:latin typeface="Fjalla One" panose="02000506040000020004" pitchFamily="2" charset="0"/>
              </a:rPr>
              <a:t>4.0 F04 ORDEN DE PEDIDOS</a:t>
            </a:r>
            <a:endParaRPr lang="es-CO" sz="3500" dirty="0">
              <a:solidFill>
                <a:schemeClr val="dk2"/>
              </a:solidFill>
              <a:latin typeface="Fjalla One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O" sz="3200" dirty="0">
                <a:solidFill>
                  <a:schemeClr val="dk2"/>
                </a:solidFill>
                <a:latin typeface="Fjalla One"/>
              </a:rPr>
              <a:t>Cambios</a:t>
            </a:r>
            <a:endParaRPr lang="es-CO" sz="32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863" name="image69a986e61e7d9" descr="image69a986e61e7dd">
            <a:extLst>
              <a:ext uri="{FF2B5EF4-FFF2-40B4-BE49-F238E27FC236}">
                <a16:creationId xmlns:a16="http://schemas.microsoft.com/office/drawing/2014/main" id="{2EA766DD-E5E7-7493-E1DC-74F4FFE84280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2F004AFA-DEF9-1E95-70FE-0B88C67D57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020" y="2869400"/>
            <a:ext cx="2285568" cy="1428480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7181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A30EB-2CB3-514E-27BA-5D7D26957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Rectángulo 1840">
            <a:extLst>
              <a:ext uri="{FF2B5EF4-FFF2-40B4-BE49-F238E27FC236}">
                <a16:creationId xmlns:a16="http://schemas.microsoft.com/office/drawing/2014/main" id="{ED0EAC0B-1A4C-67DE-7A67-9A97802FD94F}"/>
              </a:ext>
            </a:extLst>
          </p:cNvPr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s-CO" sz="18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0C538B2-7B17-828D-63B4-EAB8E223F8EC}"/>
              </a:ext>
            </a:extLst>
          </p:cNvPr>
          <p:cNvSpPr/>
          <p:nvPr/>
        </p:nvSpPr>
        <p:spPr>
          <a:xfrm>
            <a:off x="200741" y="523099"/>
            <a:ext cx="3619080" cy="571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CO" sz="4000" b="1" dirty="0">
                <a:solidFill>
                  <a:schemeClr val="dk2"/>
                </a:solidFill>
                <a:latin typeface="Fjalla One"/>
              </a:rPr>
              <a:t>Principales Cambios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97C62C4-EC3B-5779-30FE-4D4D696C4FA6}"/>
              </a:ext>
            </a:extLst>
          </p:cNvPr>
          <p:cNvSpPr/>
          <p:nvPr/>
        </p:nvSpPr>
        <p:spPr>
          <a:xfrm>
            <a:off x="5323819" y="1453325"/>
            <a:ext cx="3619080" cy="571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CO" sz="2800" dirty="0">
                <a:solidFill>
                  <a:schemeClr val="dk2"/>
                </a:solidFill>
                <a:latin typeface="Fjalla One"/>
              </a:rPr>
              <a:t>Tener en Cuenta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52C4C41-4C21-D666-FF73-380FEAFADF02}"/>
              </a:ext>
            </a:extLst>
          </p:cNvPr>
          <p:cNvSpPr/>
          <p:nvPr/>
        </p:nvSpPr>
        <p:spPr>
          <a:xfrm>
            <a:off x="6013036" y="2024648"/>
            <a:ext cx="3068001" cy="19141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285750" indent="-28575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dirty="0">
                <a:solidFill>
                  <a:schemeClr val="dk2"/>
                </a:solidFill>
                <a:latin typeface="Barlow Semi Condensed" panose="00000506000000000000" pitchFamily="2" charset="0"/>
              </a:rPr>
              <a:t>Celdas con Formulas</a:t>
            </a:r>
          </a:p>
          <a:p>
            <a:pPr marL="285750" indent="-28575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s-CO" dirty="0">
              <a:solidFill>
                <a:schemeClr val="dk2"/>
              </a:solidFill>
              <a:latin typeface="Barlow Semi Condensed" panose="00000506000000000000" pitchFamily="2" charset="0"/>
            </a:endParaRPr>
          </a:p>
          <a:p>
            <a:pPr marL="285750" indent="-28575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dirty="0">
                <a:solidFill>
                  <a:schemeClr val="dk2"/>
                </a:solidFill>
                <a:latin typeface="Barlow Semi Condensed" panose="00000506000000000000" pitchFamily="2" charset="0"/>
              </a:rPr>
              <a:t>Validación de Datos</a:t>
            </a:r>
          </a:p>
          <a:p>
            <a:pPr marL="285750" indent="-28575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s-CO" dirty="0">
              <a:solidFill>
                <a:schemeClr val="dk2"/>
              </a:solidFill>
              <a:latin typeface="Barlow Semi Condensed" panose="00000506000000000000" pitchFamily="2" charset="0"/>
            </a:endParaRPr>
          </a:p>
          <a:p>
            <a:pPr marL="285750" indent="-28575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dirty="0">
                <a:solidFill>
                  <a:schemeClr val="dk2"/>
                </a:solidFill>
                <a:latin typeface="Barlow Semi Condensed" panose="00000506000000000000" pitchFamily="2" charset="0"/>
              </a:rPr>
              <a:t>Mantenimiento Mensual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2CF5D51-9E4C-1481-663D-9F1570886DC4}"/>
              </a:ext>
            </a:extLst>
          </p:cNvPr>
          <p:cNvSpPr txBox="1"/>
          <p:nvPr/>
        </p:nvSpPr>
        <p:spPr>
          <a:xfrm>
            <a:off x="194475" y="1166456"/>
            <a:ext cx="45771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defTabSz="914400">
              <a:lnSpc>
                <a:spcPct val="100000"/>
              </a:lnSpc>
              <a:buAutoNum type="arabicPeriod"/>
              <a:tabLst>
                <a:tab pos="0" algn="l"/>
              </a:tabLst>
            </a:pPr>
            <a:r>
              <a:rPr lang="es-CO" dirty="0">
                <a:solidFill>
                  <a:schemeClr val="dk2"/>
                </a:solidFill>
                <a:latin typeface="Barlow Semi Condensed" panose="00000506000000000000" pitchFamily="2" charset="0"/>
              </a:rPr>
              <a:t>Automatización de Consecutivo (PO)</a:t>
            </a:r>
          </a:p>
          <a:p>
            <a:pPr marL="457200" indent="-457200" defTabSz="914400">
              <a:lnSpc>
                <a:spcPct val="100000"/>
              </a:lnSpc>
              <a:buAutoNum type="arabicPeriod"/>
              <a:tabLst>
                <a:tab pos="0" algn="l"/>
              </a:tabLst>
            </a:pPr>
            <a:endParaRPr lang="es-CO" dirty="0">
              <a:solidFill>
                <a:schemeClr val="dk2"/>
              </a:solidFill>
              <a:latin typeface="Barlow Semi Condensed" panose="00000506000000000000" pitchFamily="2" charset="0"/>
            </a:endParaRPr>
          </a:p>
          <a:p>
            <a:pPr marL="457200" indent="-457200" defTabSz="914400">
              <a:lnSpc>
                <a:spcPct val="100000"/>
              </a:lnSpc>
              <a:buAutoNum type="arabicPeriod"/>
              <a:tabLst>
                <a:tab pos="0" algn="l"/>
              </a:tabLst>
            </a:pPr>
            <a:r>
              <a:rPr lang="es-CO" dirty="0">
                <a:solidFill>
                  <a:schemeClr val="dk2"/>
                </a:solidFill>
                <a:latin typeface="Barlow Semi Condensed" panose="00000506000000000000" pitchFamily="2" charset="0"/>
              </a:rPr>
              <a:t>Carga Inteligente de Clientes</a:t>
            </a:r>
          </a:p>
          <a:p>
            <a:pPr marL="457200" indent="-457200" defTabSz="914400">
              <a:lnSpc>
                <a:spcPct val="100000"/>
              </a:lnSpc>
              <a:buAutoNum type="arabicPeriod"/>
              <a:tabLst>
                <a:tab pos="0" algn="l"/>
              </a:tabLst>
            </a:pPr>
            <a:endParaRPr lang="es-CO" dirty="0">
              <a:solidFill>
                <a:schemeClr val="dk2"/>
              </a:solidFill>
              <a:latin typeface="Barlow Semi Condensed" panose="00000506000000000000" pitchFamily="2" charset="0"/>
            </a:endParaRPr>
          </a:p>
          <a:p>
            <a:pPr marL="457200" indent="-457200" defTabSz="914400">
              <a:lnSpc>
                <a:spcPct val="100000"/>
              </a:lnSpc>
              <a:buAutoNum type="arabicPeriod"/>
              <a:tabLst>
                <a:tab pos="0" algn="l"/>
              </a:tabLst>
            </a:pPr>
            <a:r>
              <a:rPr lang="es-CO" dirty="0">
                <a:solidFill>
                  <a:schemeClr val="dk2"/>
                </a:solidFill>
                <a:latin typeface="Barlow Semi Condensed" panose="00000506000000000000" pitchFamily="2" charset="0"/>
              </a:rPr>
              <a:t>Control de Tiempos y Despachos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EA1388A5-BA4A-C741-A303-0E11C9A1D5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5" t="19765" r="12928" b="16495"/>
          <a:stretch>
            <a:fillRect/>
          </a:stretch>
        </p:blipFill>
        <p:spPr bwMode="auto">
          <a:xfrm>
            <a:off x="1181528" y="2981706"/>
            <a:ext cx="1702057" cy="1481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9796D0FD-023D-884A-7F0E-A877E52ACC1C}"/>
              </a:ext>
            </a:extLst>
          </p:cNvPr>
          <p:cNvCxnSpPr/>
          <p:nvPr/>
        </p:nvCxnSpPr>
        <p:spPr>
          <a:xfrm>
            <a:off x="4972692" y="0"/>
            <a:ext cx="0" cy="2321960"/>
          </a:xfrm>
          <a:prstGeom prst="line">
            <a:avLst/>
          </a:prstGeom>
          <a:ln w="28575">
            <a:solidFill>
              <a:srgbClr val="77C6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írculo: vacío 9">
            <a:extLst>
              <a:ext uri="{FF2B5EF4-FFF2-40B4-BE49-F238E27FC236}">
                <a16:creationId xmlns:a16="http://schemas.microsoft.com/office/drawing/2014/main" id="{75CC7056-925D-8770-DBBB-0F86B59E77FB}"/>
              </a:ext>
            </a:extLst>
          </p:cNvPr>
          <p:cNvSpPr/>
          <p:nvPr/>
        </p:nvSpPr>
        <p:spPr>
          <a:xfrm>
            <a:off x="4664835" y="2305955"/>
            <a:ext cx="648000" cy="648000"/>
          </a:xfrm>
          <a:prstGeom prst="donu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DF9B322E-8358-D2A3-5CDD-A5B24A710DC0}"/>
              </a:ext>
            </a:extLst>
          </p:cNvPr>
          <p:cNvCxnSpPr>
            <a:cxnSpLocks/>
            <a:stCxn id="10" idx="4"/>
          </p:cNvCxnSpPr>
          <p:nvPr/>
        </p:nvCxnSpPr>
        <p:spPr>
          <a:xfrm flipH="1">
            <a:off x="4972692" y="2953955"/>
            <a:ext cx="16143" cy="2189545"/>
          </a:xfrm>
          <a:prstGeom prst="line">
            <a:avLst/>
          </a:prstGeom>
          <a:ln w="28575">
            <a:solidFill>
              <a:srgbClr val="77C6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5739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PlaceHolder 1"/>
          <p:cNvSpPr>
            <a:spLocks noGrp="1"/>
          </p:cNvSpPr>
          <p:nvPr>
            <p:ph type="title"/>
          </p:nvPr>
        </p:nvSpPr>
        <p:spPr>
          <a:xfrm>
            <a:off x="2104920" y="380880"/>
            <a:ext cx="4933440" cy="129266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7200" b="0" u="none" strike="noStrike" noProof="0" dirty="0" err="1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Thanks</a:t>
            </a:r>
            <a:r>
              <a:rPr lang="es-CO" sz="7200" b="0" u="none" strike="noStrike" noProof="0" dirty="0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!</a:t>
            </a:r>
            <a:endParaRPr lang="es-CO" sz="72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92" name="PlaceHolder 2"/>
          <p:cNvSpPr>
            <a:spLocks noGrp="1"/>
          </p:cNvSpPr>
          <p:nvPr>
            <p:ph type="subTitle"/>
          </p:nvPr>
        </p:nvSpPr>
        <p:spPr>
          <a:xfrm>
            <a:off x="3019320" y="1714680"/>
            <a:ext cx="3095280" cy="1438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600" b="0" u="none" strike="noStrike" noProof="0" dirty="0">
                <a:solidFill>
                  <a:srgbClr val="77C6FC"/>
                </a:solidFill>
                <a:effectLst/>
                <a:uFillTx/>
                <a:latin typeface="Barlow Semi Condensed"/>
                <a:ea typeface="Barlow Semi Condensed"/>
              </a:rPr>
              <a:t>Do </a:t>
            </a:r>
            <a:r>
              <a:rPr lang="es-CO" sz="1600" b="0" u="none" strike="noStrike" noProof="0" dirty="0" err="1">
                <a:solidFill>
                  <a:srgbClr val="77C6FC"/>
                </a:solidFill>
                <a:effectLst/>
                <a:uFillTx/>
                <a:latin typeface="Barlow Semi Condensed"/>
                <a:ea typeface="Barlow Semi Condensed"/>
              </a:rPr>
              <a:t>you</a:t>
            </a:r>
            <a:r>
              <a:rPr lang="es-CO" sz="1600" b="0" u="none" strike="noStrike" noProof="0" dirty="0">
                <a:solidFill>
                  <a:srgbClr val="77C6FC"/>
                </a:solidFill>
                <a:effectLst/>
                <a:uFillTx/>
                <a:latin typeface="Barlow Semi Condensed"/>
                <a:ea typeface="Barlow Semi Condensed"/>
              </a:rPr>
              <a:t> </a:t>
            </a:r>
            <a:r>
              <a:rPr lang="es-CO" sz="1600" b="0" u="none" strike="noStrike" noProof="0" dirty="0" err="1">
                <a:solidFill>
                  <a:srgbClr val="77C6FC"/>
                </a:solidFill>
                <a:effectLst/>
                <a:uFillTx/>
                <a:latin typeface="Barlow Semi Condensed"/>
                <a:ea typeface="Barlow Semi Condensed"/>
              </a:rPr>
              <a:t>have</a:t>
            </a:r>
            <a:r>
              <a:rPr lang="es-CO" sz="1600" b="0" u="none" strike="noStrike" noProof="0" dirty="0">
                <a:solidFill>
                  <a:srgbClr val="77C6FC"/>
                </a:solidFill>
                <a:effectLst/>
                <a:uFillTx/>
                <a:latin typeface="Barlow Semi Condensed"/>
                <a:ea typeface="Barlow Semi Condensed"/>
              </a:rPr>
              <a:t> </a:t>
            </a:r>
            <a:r>
              <a:rPr lang="es-CO" sz="1600" b="0" u="none" strike="noStrike" noProof="0" dirty="0" err="1">
                <a:solidFill>
                  <a:srgbClr val="77C6FC"/>
                </a:solidFill>
                <a:effectLst/>
                <a:uFillTx/>
                <a:latin typeface="Barlow Semi Condensed"/>
                <a:ea typeface="Barlow Semi Condensed"/>
              </a:rPr>
              <a:t>any</a:t>
            </a:r>
            <a:r>
              <a:rPr lang="es-CO" sz="1600" b="0" u="none" strike="noStrike" noProof="0" dirty="0">
                <a:solidFill>
                  <a:srgbClr val="77C6FC"/>
                </a:solidFill>
                <a:effectLst/>
                <a:uFillTx/>
                <a:latin typeface="Barlow Semi Condensed"/>
                <a:ea typeface="Barlow Semi Condensed"/>
              </a:rPr>
              <a:t> </a:t>
            </a:r>
            <a:r>
              <a:rPr lang="es-CO" sz="1600" b="0" u="none" strike="noStrike" noProof="0" dirty="0" err="1">
                <a:solidFill>
                  <a:srgbClr val="77C6FC"/>
                </a:solidFill>
                <a:effectLst/>
                <a:uFillTx/>
                <a:latin typeface="Barlow Semi Condensed"/>
                <a:ea typeface="Barlow Semi Condensed"/>
              </a:rPr>
              <a:t>questions</a:t>
            </a:r>
            <a:r>
              <a:rPr lang="es-CO" sz="1600" b="0" u="none" strike="noStrike" noProof="0" dirty="0">
                <a:solidFill>
                  <a:srgbClr val="77C6FC"/>
                </a:solidFill>
                <a:effectLst/>
                <a:uFillTx/>
                <a:latin typeface="Barlow Semi Condensed"/>
                <a:ea typeface="Barlow Semi Condensed"/>
              </a:rPr>
              <a:t>?</a:t>
            </a:r>
            <a:endParaRPr lang="es-CO" sz="16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s-CO" sz="16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600" b="0" u="none" strike="noStrike" noProof="0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youremail@freepik.com </a:t>
            </a:r>
            <a:endParaRPr lang="es-CO" sz="16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600" b="0" u="none" strike="noStrike" noProof="0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+91  620 421 838 </a:t>
            </a:r>
            <a:endParaRPr lang="es-CO" sz="16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600" b="0" u="none" strike="noStrike" noProof="0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yourcompany.com</a:t>
            </a:r>
            <a:endParaRPr lang="es-CO" sz="16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93" name="PlaceHolder 3"/>
          <p:cNvSpPr>
            <a:spLocks noGrp="1"/>
          </p:cNvSpPr>
          <p:nvPr>
            <p:ph type="subTitle"/>
          </p:nvPr>
        </p:nvSpPr>
        <p:spPr>
          <a:xfrm>
            <a:off x="2676600" y="4229280"/>
            <a:ext cx="379044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100" b="0" u="none" strike="noStrike" noProof="0" dirty="0" err="1">
                <a:solidFill>
                  <a:srgbClr val="000000"/>
                </a:solidFill>
                <a:effectLst/>
                <a:uFillTx/>
                <a:latin typeface="Barlow Semi Condensed"/>
                <a:ea typeface="Barlow Semi Condensed"/>
              </a:rPr>
              <a:t>Please</a:t>
            </a:r>
            <a:r>
              <a:rPr lang="es-CO" sz="1100" b="0" u="none" strike="noStrike" noProof="0" dirty="0">
                <a:solidFill>
                  <a:srgbClr val="000000"/>
                </a:solidFill>
                <a:effectLst/>
                <a:uFillTx/>
                <a:latin typeface="Barlow Semi Condensed"/>
                <a:ea typeface="Barlow Semi Condensed"/>
              </a:rPr>
              <a:t> </a:t>
            </a:r>
            <a:r>
              <a:rPr lang="es-CO" sz="1100" b="0" u="none" strike="noStrike" noProof="0" dirty="0" err="1">
                <a:solidFill>
                  <a:srgbClr val="000000"/>
                </a:solidFill>
                <a:effectLst/>
                <a:uFillTx/>
                <a:latin typeface="Barlow Semi Condensed"/>
                <a:ea typeface="Barlow Semi Condensed"/>
              </a:rPr>
              <a:t>keep</a:t>
            </a:r>
            <a:r>
              <a:rPr lang="es-CO" sz="1100" b="0" u="none" strike="noStrike" noProof="0" dirty="0">
                <a:solidFill>
                  <a:srgbClr val="000000"/>
                </a:solidFill>
                <a:effectLst/>
                <a:uFillTx/>
                <a:latin typeface="Barlow Semi Condensed"/>
                <a:ea typeface="Barlow Semi Condensed"/>
              </a:rPr>
              <a:t> </a:t>
            </a:r>
            <a:r>
              <a:rPr lang="es-CO" sz="1100" b="0" u="none" strike="noStrike" noProof="0" dirty="0" err="1">
                <a:solidFill>
                  <a:srgbClr val="000000"/>
                </a:solidFill>
                <a:effectLst/>
                <a:uFillTx/>
                <a:latin typeface="Barlow Semi Condensed"/>
                <a:ea typeface="Barlow Semi Condensed"/>
              </a:rPr>
              <a:t>this</a:t>
            </a:r>
            <a:r>
              <a:rPr lang="es-CO" sz="1100" b="0" u="none" strike="noStrike" noProof="0" dirty="0">
                <a:solidFill>
                  <a:srgbClr val="000000"/>
                </a:solidFill>
                <a:effectLst/>
                <a:uFillTx/>
                <a:latin typeface="Barlow Semi Condensed"/>
                <a:ea typeface="Barlow Semi Condensed"/>
              </a:rPr>
              <a:t> </a:t>
            </a:r>
            <a:r>
              <a:rPr lang="es-CO" sz="1100" b="0" u="none" strike="noStrike" noProof="0" dirty="0" err="1">
                <a:solidFill>
                  <a:srgbClr val="000000"/>
                </a:solidFill>
                <a:effectLst/>
                <a:uFillTx/>
                <a:latin typeface="Barlow Semi Condensed"/>
                <a:ea typeface="Barlow Semi Condensed"/>
              </a:rPr>
              <a:t>slide</a:t>
            </a:r>
            <a:r>
              <a:rPr lang="es-CO" sz="1100" b="0" u="none" strike="noStrike" noProof="0" dirty="0">
                <a:solidFill>
                  <a:srgbClr val="000000"/>
                </a:solidFill>
                <a:effectLst/>
                <a:uFillTx/>
                <a:latin typeface="Barlow Semi Condensed"/>
                <a:ea typeface="Barlow Semi Condensed"/>
              </a:rPr>
              <a:t> </a:t>
            </a:r>
            <a:r>
              <a:rPr lang="es-CO" sz="1100" b="0" u="none" strike="noStrike" noProof="0" dirty="0" err="1">
                <a:solidFill>
                  <a:srgbClr val="000000"/>
                </a:solidFill>
                <a:effectLst/>
                <a:uFillTx/>
                <a:latin typeface="Barlow Semi Condensed"/>
                <a:ea typeface="Barlow Semi Condensed"/>
              </a:rPr>
              <a:t>for</a:t>
            </a:r>
            <a:r>
              <a:rPr lang="es-CO" sz="1100" b="0" u="none" strike="noStrike" noProof="0" dirty="0">
                <a:solidFill>
                  <a:srgbClr val="000000"/>
                </a:solidFill>
                <a:effectLst/>
                <a:uFillTx/>
                <a:latin typeface="Barlow Semi Condensed"/>
                <a:ea typeface="Barlow Semi Condensed"/>
              </a:rPr>
              <a:t> </a:t>
            </a:r>
            <a:r>
              <a:rPr lang="es-CO" sz="1100" b="0" u="none" strike="noStrike" noProof="0" dirty="0" err="1">
                <a:solidFill>
                  <a:srgbClr val="000000"/>
                </a:solidFill>
                <a:effectLst/>
                <a:uFillTx/>
                <a:latin typeface="Barlow Semi Condensed"/>
                <a:ea typeface="Barlow Semi Condensed"/>
              </a:rPr>
              <a:t>attribution</a:t>
            </a:r>
            <a:endParaRPr lang="es-CO" sz="11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894" name="Google Shape;3673;p65"/>
          <p:cNvGrpSpPr/>
          <p:nvPr/>
        </p:nvGrpSpPr>
        <p:grpSpPr>
          <a:xfrm>
            <a:off x="3733920" y="3221640"/>
            <a:ext cx="1680840" cy="338040"/>
            <a:chOff x="3733920" y="3221640"/>
            <a:chExt cx="1680840" cy="338040"/>
          </a:xfrm>
        </p:grpSpPr>
        <p:sp>
          <p:nvSpPr>
            <p:cNvPr id="1895" name="Google Shape;3674;p65"/>
            <p:cNvSpPr/>
            <p:nvPr/>
          </p:nvSpPr>
          <p:spPr>
            <a:xfrm>
              <a:off x="3733920" y="3221640"/>
              <a:ext cx="338040" cy="338040"/>
            </a:xfrm>
            <a:custGeom>
              <a:avLst/>
              <a:gdLst>
                <a:gd name="textAreaLeft" fmla="*/ 0 w 338040"/>
                <a:gd name="textAreaRight" fmla="*/ 338400 w 338040"/>
                <a:gd name="textAreaTop" fmla="*/ 0 h 338040"/>
                <a:gd name="textAreaBottom" fmla="*/ 338400 h 338040"/>
              </a:gdLst>
              <a:ahLst/>
              <a:cxnLst/>
              <a:rect l="textAreaLeft" t="textAreaTop" r="textAreaRight" b="textAreaBottom"/>
              <a:pathLst>
                <a:path w="19982" h="19982">
                  <a:moveTo>
                    <a:pt x="14602" y="3500"/>
                  </a:moveTo>
                  <a:cubicBezTo>
                    <a:pt x="15137" y="3500"/>
                    <a:pt x="15682" y="3563"/>
                    <a:pt x="16247" y="3689"/>
                  </a:cubicBezTo>
                  <a:cubicBezTo>
                    <a:pt x="16179" y="4154"/>
                    <a:pt x="16095" y="4705"/>
                    <a:pt x="16033" y="5120"/>
                  </a:cubicBezTo>
                  <a:cubicBezTo>
                    <a:pt x="15810" y="5075"/>
                    <a:pt x="15484" y="5035"/>
                    <a:pt x="15150" y="5035"/>
                  </a:cubicBezTo>
                  <a:cubicBezTo>
                    <a:pt x="14968" y="5035"/>
                    <a:pt x="14783" y="5047"/>
                    <a:pt x="14611" y="5076"/>
                  </a:cubicBezTo>
                  <a:cubicBezTo>
                    <a:pt x="13536" y="5258"/>
                    <a:pt x="12918" y="5925"/>
                    <a:pt x="12918" y="6907"/>
                  </a:cubicBezTo>
                  <a:lnTo>
                    <a:pt x="12918" y="8819"/>
                  </a:lnTo>
                  <a:cubicBezTo>
                    <a:pt x="12918" y="9143"/>
                    <a:pt x="13180" y="9405"/>
                    <a:pt x="13504" y="9405"/>
                  </a:cubicBezTo>
                  <a:lnTo>
                    <a:pt x="15681" y="9405"/>
                  </a:lnTo>
                  <a:lnTo>
                    <a:pt x="15388" y="10576"/>
                  </a:lnTo>
                  <a:lnTo>
                    <a:pt x="13504" y="10576"/>
                  </a:lnTo>
                  <a:cubicBezTo>
                    <a:pt x="13180" y="10576"/>
                    <a:pt x="12918" y="10838"/>
                    <a:pt x="12918" y="11161"/>
                  </a:cubicBezTo>
                  <a:lnTo>
                    <a:pt x="12918" y="18811"/>
                  </a:lnTo>
                  <a:lnTo>
                    <a:pt x="11162" y="18811"/>
                  </a:lnTo>
                  <a:lnTo>
                    <a:pt x="11162" y="11161"/>
                  </a:lnTo>
                  <a:cubicBezTo>
                    <a:pt x="11162" y="10838"/>
                    <a:pt x="10900" y="10576"/>
                    <a:pt x="10576" y="10576"/>
                  </a:cubicBezTo>
                  <a:lnTo>
                    <a:pt x="9407" y="10576"/>
                  </a:lnTo>
                  <a:lnTo>
                    <a:pt x="9407" y="9405"/>
                  </a:lnTo>
                  <a:lnTo>
                    <a:pt x="10576" y="9405"/>
                  </a:lnTo>
                  <a:cubicBezTo>
                    <a:pt x="10900" y="9405"/>
                    <a:pt x="11162" y="9143"/>
                    <a:pt x="11162" y="8821"/>
                  </a:cubicBezTo>
                  <a:cubicBezTo>
                    <a:pt x="11162" y="7215"/>
                    <a:pt x="11162" y="6481"/>
                    <a:pt x="11162" y="6143"/>
                  </a:cubicBezTo>
                  <a:cubicBezTo>
                    <a:pt x="11162" y="5520"/>
                    <a:pt x="11163" y="4843"/>
                    <a:pt x="11770" y="4324"/>
                  </a:cubicBezTo>
                  <a:cubicBezTo>
                    <a:pt x="12234" y="3928"/>
                    <a:pt x="12823" y="3687"/>
                    <a:pt x="13628" y="3571"/>
                  </a:cubicBezTo>
                  <a:cubicBezTo>
                    <a:pt x="13950" y="3524"/>
                    <a:pt x="14274" y="3500"/>
                    <a:pt x="14602" y="3500"/>
                  </a:cubicBezTo>
                  <a:close/>
                  <a:moveTo>
                    <a:pt x="17017" y="1170"/>
                  </a:moveTo>
                  <a:cubicBezTo>
                    <a:pt x="17990" y="1170"/>
                    <a:pt x="18811" y="1975"/>
                    <a:pt x="18811" y="2927"/>
                  </a:cubicBezTo>
                  <a:lnTo>
                    <a:pt x="18811" y="17056"/>
                  </a:lnTo>
                  <a:cubicBezTo>
                    <a:pt x="18811" y="18023"/>
                    <a:pt x="18024" y="18811"/>
                    <a:pt x="17056" y="18811"/>
                  </a:cubicBezTo>
                  <a:lnTo>
                    <a:pt x="14089" y="18811"/>
                  </a:lnTo>
                  <a:lnTo>
                    <a:pt x="14089" y="11747"/>
                  </a:lnTo>
                  <a:lnTo>
                    <a:pt x="15846" y="11747"/>
                  </a:lnTo>
                  <a:cubicBezTo>
                    <a:pt x="16115" y="11747"/>
                    <a:pt x="16348" y="11565"/>
                    <a:pt x="16414" y="11305"/>
                  </a:cubicBezTo>
                  <a:lnTo>
                    <a:pt x="16999" y="8963"/>
                  </a:lnTo>
                  <a:cubicBezTo>
                    <a:pt x="17042" y="8787"/>
                    <a:pt x="17003" y="8602"/>
                    <a:pt x="16893" y="8460"/>
                  </a:cubicBezTo>
                  <a:cubicBezTo>
                    <a:pt x="16782" y="8317"/>
                    <a:pt x="16612" y="8235"/>
                    <a:pt x="16431" y="8235"/>
                  </a:cubicBezTo>
                  <a:lnTo>
                    <a:pt x="14089" y="8235"/>
                  </a:lnTo>
                  <a:lnTo>
                    <a:pt x="14089" y="6909"/>
                  </a:lnTo>
                  <a:cubicBezTo>
                    <a:pt x="14089" y="6638"/>
                    <a:pt x="14144" y="6343"/>
                    <a:pt x="14808" y="6229"/>
                  </a:cubicBezTo>
                  <a:cubicBezTo>
                    <a:pt x="14936" y="6208"/>
                    <a:pt x="15061" y="6199"/>
                    <a:pt x="15182" y="6199"/>
                  </a:cubicBezTo>
                  <a:cubicBezTo>
                    <a:pt x="15552" y="6199"/>
                    <a:pt x="15890" y="6283"/>
                    <a:pt x="16198" y="6360"/>
                  </a:cubicBezTo>
                  <a:cubicBezTo>
                    <a:pt x="16304" y="6387"/>
                    <a:pt x="16415" y="6421"/>
                    <a:pt x="16532" y="6421"/>
                  </a:cubicBezTo>
                  <a:cubicBezTo>
                    <a:pt x="16632" y="6421"/>
                    <a:pt x="16736" y="6396"/>
                    <a:pt x="16847" y="6321"/>
                  </a:cubicBezTo>
                  <a:cubicBezTo>
                    <a:pt x="16983" y="6229"/>
                    <a:pt x="17074" y="6084"/>
                    <a:pt x="17098" y="5923"/>
                  </a:cubicBezTo>
                  <a:cubicBezTo>
                    <a:pt x="17098" y="5923"/>
                    <a:pt x="17362" y="4156"/>
                    <a:pt x="17482" y="3339"/>
                  </a:cubicBezTo>
                  <a:cubicBezTo>
                    <a:pt x="17525" y="3049"/>
                    <a:pt x="17346" y="2769"/>
                    <a:pt x="17063" y="2690"/>
                  </a:cubicBezTo>
                  <a:cubicBezTo>
                    <a:pt x="16267" y="2463"/>
                    <a:pt x="15346" y="2343"/>
                    <a:pt x="14504" y="2343"/>
                  </a:cubicBezTo>
                  <a:cubicBezTo>
                    <a:pt x="14137" y="2343"/>
                    <a:pt x="13786" y="2365"/>
                    <a:pt x="13467" y="2412"/>
                  </a:cubicBezTo>
                  <a:cubicBezTo>
                    <a:pt x="12434" y="2562"/>
                    <a:pt x="11646" y="2888"/>
                    <a:pt x="11009" y="3434"/>
                  </a:cubicBezTo>
                  <a:cubicBezTo>
                    <a:pt x="10121" y="4193"/>
                    <a:pt x="10010" y="5168"/>
                    <a:pt x="9999" y="5833"/>
                  </a:cubicBezTo>
                  <a:cubicBezTo>
                    <a:pt x="9999" y="5847"/>
                    <a:pt x="9999" y="7029"/>
                    <a:pt x="9999" y="8235"/>
                  </a:cubicBezTo>
                  <a:lnTo>
                    <a:pt x="8821" y="8235"/>
                  </a:lnTo>
                  <a:cubicBezTo>
                    <a:pt x="8497" y="8235"/>
                    <a:pt x="8236" y="8497"/>
                    <a:pt x="8236" y="8819"/>
                  </a:cubicBezTo>
                  <a:lnTo>
                    <a:pt x="8236" y="11161"/>
                  </a:lnTo>
                  <a:cubicBezTo>
                    <a:pt x="8236" y="11485"/>
                    <a:pt x="8497" y="11747"/>
                    <a:pt x="8821" y="11747"/>
                  </a:cubicBezTo>
                  <a:lnTo>
                    <a:pt x="9991" y="11747"/>
                  </a:lnTo>
                  <a:lnTo>
                    <a:pt x="9991" y="18811"/>
                  </a:lnTo>
                  <a:lnTo>
                    <a:pt x="2927" y="18811"/>
                  </a:lnTo>
                  <a:cubicBezTo>
                    <a:pt x="1959" y="18811"/>
                    <a:pt x="1172" y="18023"/>
                    <a:pt x="1172" y="17054"/>
                  </a:cubicBezTo>
                  <a:lnTo>
                    <a:pt x="1172" y="2927"/>
                  </a:lnTo>
                  <a:cubicBezTo>
                    <a:pt x="1172" y="1959"/>
                    <a:pt x="1959" y="1170"/>
                    <a:pt x="2927" y="1170"/>
                  </a:cubicBezTo>
                  <a:close/>
                  <a:moveTo>
                    <a:pt x="2927" y="1"/>
                  </a:moveTo>
                  <a:cubicBezTo>
                    <a:pt x="1314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4" y="19982"/>
                    <a:pt x="2927" y="19982"/>
                  </a:cubicBezTo>
                  <a:lnTo>
                    <a:pt x="17054" y="19982"/>
                  </a:lnTo>
                  <a:cubicBezTo>
                    <a:pt x="18669" y="19982"/>
                    <a:pt x="19982" y="18669"/>
                    <a:pt x="19982" y="17056"/>
                  </a:cubicBezTo>
                  <a:lnTo>
                    <a:pt x="19982" y="2927"/>
                  </a:lnTo>
                  <a:cubicBezTo>
                    <a:pt x="19982" y="2145"/>
                    <a:pt x="19669" y="1409"/>
                    <a:pt x="19101" y="853"/>
                  </a:cubicBezTo>
                  <a:cubicBezTo>
                    <a:pt x="18538" y="303"/>
                    <a:pt x="17797" y="1"/>
                    <a:pt x="1701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896" name="Google Shape;3675;p65"/>
            <p:cNvGrpSpPr/>
            <p:nvPr/>
          </p:nvGrpSpPr>
          <p:grpSpPr>
            <a:xfrm>
              <a:off x="4165920" y="3221640"/>
              <a:ext cx="338040" cy="338040"/>
              <a:chOff x="4165920" y="3221640"/>
              <a:chExt cx="338040" cy="338040"/>
            </a:xfrm>
          </p:grpSpPr>
          <p:sp>
            <p:nvSpPr>
              <p:cNvPr id="1897" name="Google Shape;3676;p65"/>
              <p:cNvSpPr/>
              <p:nvPr/>
            </p:nvSpPr>
            <p:spPr>
              <a:xfrm>
                <a:off x="4266000" y="3321360"/>
                <a:ext cx="138600" cy="138600"/>
              </a:xfrm>
              <a:custGeom>
                <a:avLst/>
                <a:gdLst>
                  <a:gd name="textAreaLeft" fmla="*/ 0 w 138600"/>
                  <a:gd name="textAreaRight" fmla="*/ 138960 w 138600"/>
                  <a:gd name="textAreaTop" fmla="*/ 0 h 138600"/>
                  <a:gd name="textAreaBottom" fmla="*/ 138960 h 138600"/>
                </a:gdLst>
                <a:ahLst/>
                <a:cxnLst/>
                <a:rect l="textAreaLeft" t="textAreaTop" r="textAreaRight" b="textAreaBottom"/>
                <a:pathLst>
                  <a:path w="8197" h="8197">
                    <a:moveTo>
                      <a:pt x="4099" y="1171"/>
                    </a:moveTo>
                    <a:cubicBezTo>
                      <a:pt x="5712" y="1171"/>
                      <a:pt x="7027" y="2484"/>
                      <a:pt x="7027" y="4097"/>
                    </a:cubicBezTo>
                    <a:cubicBezTo>
                      <a:pt x="7027" y="5712"/>
                      <a:pt x="5712" y="7025"/>
                      <a:pt x="4099" y="7025"/>
                    </a:cubicBezTo>
                    <a:cubicBezTo>
                      <a:pt x="2486" y="7025"/>
                      <a:pt x="1171" y="5712"/>
                      <a:pt x="1171" y="4097"/>
                    </a:cubicBezTo>
                    <a:cubicBezTo>
                      <a:pt x="1171" y="2484"/>
                      <a:pt x="2486" y="1171"/>
                      <a:pt x="4099" y="1171"/>
                    </a:cubicBezTo>
                    <a:close/>
                    <a:moveTo>
                      <a:pt x="4099" y="0"/>
                    </a:moveTo>
                    <a:cubicBezTo>
                      <a:pt x="1840" y="0"/>
                      <a:pt x="0" y="1838"/>
                      <a:pt x="0" y="4097"/>
                    </a:cubicBezTo>
                    <a:cubicBezTo>
                      <a:pt x="0" y="6358"/>
                      <a:pt x="1840" y="8196"/>
                      <a:pt x="4099" y="8196"/>
                    </a:cubicBezTo>
                    <a:cubicBezTo>
                      <a:pt x="6358" y="8196"/>
                      <a:pt x="8196" y="6358"/>
                      <a:pt x="8196" y="4097"/>
                    </a:cubicBezTo>
                    <a:cubicBezTo>
                      <a:pt x="8196" y="1838"/>
                      <a:pt x="6358" y="0"/>
                      <a:pt x="409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9480" bIns="69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CO" sz="1800" b="0" u="none" strike="noStrike" noProof="0" dirty="0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98" name="Google Shape;3677;p65"/>
              <p:cNvSpPr/>
              <p:nvPr/>
            </p:nvSpPr>
            <p:spPr>
              <a:xfrm>
                <a:off x="4205880" y="3261240"/>
                <a:ext cx="258840" cy="258840"/>
              </a:xfrm>
              <a:custGeom>
                <a:avLst/>
                <a:gdLst>
                  <a:gd name="textAreaLeft" fmla="*/ 0 w 258840"/>
                  <a:gd name="textAreaRight" fmla="*/ 259200 w 258840"/>
                  <a:gd name="textAreaTop" fmla="*/ 0 h 258840"/>
                  <a:gd name="textAreaBottom" fmla="*/ 259200 h 258840"/>
                </a:gdLst>
                <a:ahLst/>
                <a:cxnLst/>
                <a:rect l="textAreaLeft" t="textAreaTop" r="textAreaRight" b="textAreaBottom"/>
                <a:pathLst>
                  <a:path w="15300" h="15299">
                    <a:moveTo>
                      <a:pt x="12333" y="1171"/>
                    </a:moveTo>
                    <a:cubicBezTo>
                      <a:pt x="13306" y="1171"/>
                      <a:pt x="14128" y="1994"/>
                      <a:pt x="14128" y="2967"/>
                    </a:cubicBezTo>
                    <a:lnTo>
                      <a:pt x="14128" y="12334"/>
                    </a:lnTo>
                    <a:cubicBezTo>
                      <a:pt x="14128" y="13307"/>
                      <a:pt x="13306" y="14129"/>
                      <a:pt x="12333" y="14129"/>
                    </a:cubicBezTo>
                    <a:lnTo>
                      <a:pt x="2968" y="14129"/>
                    </a:lnTo>
                    <a:cubicBezTo>
                      <a:pt x="1993" y="14129"/>
                      <a:pt x="1172" y="13307"/>
                      <a:pt x="1172" y="12334"/>
                    </a:cubicBezTo>
                    <a:lnTo>
                      <a:pt x="1172" y="2967"/>
                    </a:lnTo>
                    <a:cubicBezTo>
                      <a:pt x="1172" y="1994"/>
                      <a:pt x="1993" y="1171"/>
                      <a:pt x="2968" y="1171"/>
                    </a:cubicBezTo>
                    <a:close/>
                    <a:moveTo>
                      <a:pt x="2968" y="0"/>
                    </a:moveTo>
                    <a:cubicBezTo>
                      <a:pt x="1351" y="0"/>
                      <a:pt x="1" y="1346"/>
                      <a:pt x="1" y="2967"/>
                    </a:cubicBezTo>
                    <a:lnTo>
                      <a:pt x="1" y="12334"/>
                    </a:lnTo>
                    <a:cubicBezTo>
                      <a:pt x="1" y="13952"/>
                      <a:pt x="1349" y="15299"/>
                      <a:pt x="2968" y="15299"/>
                    </a:cubicBezTo>
                    <a:lnTo>
                      <a:pt x="12333" y="15299"/>
                    </a:lnTo>
                    <a:cubicBezTo>
                      <a:pt x="13953" y="15299"/>
                      <a:pt x="15299" y="13951"/>
                      <a:pt x="15299" y="12334"/>
                    </a:cubicBezTo>
                    <a:lnTo>
                      <a:pt x="15299" y="2967"/>
                    </a:lnTo>
                    <a:cubicBezTo>
                      <a:pt x="15299" y="1345"/>
                      <a:pt x="13948" y="0"/>
                      <a:pt x="12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CO" sz="1800" b="0" u="none" strike="noStrike" noProof="0" dirty="0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99" name="Google Shape;3678;p65"/>
              <p:cNvSpPr/>
              <p:nvPr/>
            </p:nvSpPr>
            <p:spPr>
              <a:xfrm>
                <a:off x="4165920" y="3221640"/>
                <a:ext cx="338040" cy="338040"/>
              </a:xfrm>
              <a:custGeom>
                <a:avLst/>
                <a:gdLst>
                  <a:gd name="textAreaLeft" fmla="*/ 0 w 338040"/>
                  <a:gd name="textAreaRight" fmla="*/ 338400 w 338040"/>
                  <a:gd name="textAreaTop" fmla="*/ 0 h 338040"/>
                  <a:gd name="textAreaBottom" fmla="*/ 338400 h 338040"/>
                </a:gdLst>
                <a:ahLst/>
                <a:cxnLst/>
                <a:rect l="textAreaLeft" t="textAreaTop" r="textAreaRight" b="textAreaBottom"/>
                <a:pathLst>
                  <a:path w="19984" h="19982">
                    <a:moveTo>
                      <a:pt x="17056" y="1172"/>
                    </a:moveTo>
                    <a:cubicBezTo>
                      <a:pt x="18025" y="1172"/>
                      <a:pt x="18812" y="1959"/>
                      <a:pt x="18812" y="2927"/>
                    </a:cubicBezTo>
                    <a:lnTo>
                      <a:pt x="18812" y="17056"/>
                    </a:lnTo>
                    <a:cubicBezTo>
                      <a:pt x="18812" y="18023"/>
                      <a:pt x="18025" y="18811"/>
                      <a:pt x="17056" y="18811"/>
                    </a:cubicBezTo>
                    <a:lnTo>
                      <a:pt x="2928" y="18811"/>
                    </a:lnTo>
                    <a:cubicBezTo>
                      <a:pt x="1961" y="18811"/>
                      <a:pt x="1172" y="18023"/>
                      <a:pt x="1172" y="17056"/>
                    </a:cubicBezTo>
                    <a:lnTo>
                      <a:pt x="1172" y="2927"/>
                    </a:lnTo>
                    <a:cubicBezTo>
                      <a:pt x="1172" y="1959"/>
                      <a:pt x="1961" y="1172"/>
                      <a:pt x="2928" y="1172"/>
                    </a:cubicBezTo>
                    <a:close/>
                    <a:moveTo>
                      <a:pt x="2928" y="1"/>
                    </a:moveTo>
                    <a:cubicBezTo>
                      <a:pt x="1313" y="1"/>
                      <a:pt x="1" y="1313"/>
                      <a:pt x="1" y="2927"/>
                    </a:cubicBezTo>
                    <a:lnTo>
                      <a:pt x="1" y="17056"/>
                    </a:lnTo>
                    <a:cubicBezTo>
                      <a:pt x="1" y="18669"/>
                      <a:pt x="1313" y="19982"/>
                      <a:pt x="2928" y="19982"/>
                    </a:cubicBezTo>
                    <a:lnTo>
                      <a:pt x="17056" y="19982"/>
                    </a:lnTo>
                    <a:cubicBezTo>
                      <a:pt x="18669" y="19982"/>
                      <a:pt x="19984" y="18669"/>
                      <a:pt x="19984" y="17056"/>
                    </a:cubicBezTo>
                    <a:lnTo>
                      <a:pt x="19984" y="2927"/>
                    </a:lnTo>
                    <a:cubicBezTo>
                      <a:pt x="19984" y="1313"/>
                      <a:pt x="18669" y="1"/>
                      <a:pt x="170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CO" sz="1800" b="0" u="none" strike="noStrike" noProof="0" dirty="0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00" name="Google Shape;3679;p65"/>
              <p:cNvSpPr/>
              <p:nvPr/>
            </p:nvSpPr>
            <p:spPr>
              <a:xfrm>
                <a:off x="4384800" y="3301560"/>
                <a:ext cx="39240" cy="39240"/>
              </a:xfrm>
              <a:custGeom>
                <a:avLst/>
                <a:gdLst>
                  <a:gd name="textAreaLeft" fmla="*/ 0 w 39240"/>
                  <a:gd name="textAreaRight" fmla="*/ 39600 w 39240"/>
                  <a:gd name="textAreaTop" fmla="*/ 0 h 39240"/>
                  <a:gd name="textAreaBottom" fmla="*/ 39600 h 39240"/>
                </a:gdLst>
                <a:ahLst/>
                <a:cxnLst/>
                <a:rect l="textAreaLeft" t="textAreaTop" r="textAreaRight" b="textAreaBottom"/>
                <a:pathLst>
                  <a:path w="2342" h="2343">
                    <a:moveTo>
                      <a:pt x="1170" y="0"/>
                    </a:moveTo>
                    <a:cubicBezTo>
                      <a:pt x="524" y="0"/>
                      <a:pt x="1" y="526"/>
                      <a:pt x="1" y="1171"/>
                    </a:cubicBezTo>
                    <a:cubicBezTo>
                      <a:pt x="1" y="1817"/>
                      <a:pt x="524" y="2342"/>
                      <a:pt x="1170" y="2342"/>
                    </a:cubicBezTo>
                    <a:cubicBezTo>
                      <a:pt x="1816" y="2342"/>
                      <a:pt x="2341" y="1817"/>
                      <a:pt x="2341" y="1171"/>
                    </a:cubicBezTo>
                    <a:cubicBezTo>
                      <a:pt x="2341" y="526"/>
                      <a:pt x="1816" y="0"/>
                      <a:pt x="11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9800" bIns="19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CO" sz="1800" b="0" u="none" strike="noStrike" noProof="0" dirty="0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901" name="Google Shape;3680;p65"/>
            <p:cNvGrpSpPr/>
            <p:nvPr/>
          </p:nvGrpSpPr>
          <p:grpSpPr>
            <a:xfrm>
              <a:off x="4598280" y="3221640"/>
              <a:ext cx="338040" cy="338040"/>
              <a:chOff x="4598280" y="3221640"/>
              <a:chExt cx="338040" cy="338040"/>
            </a:xfrm>
          </p:grpSpPr>
          <p:sp>
            <p:nvSpPr>
              <p:cNvPr id="1902" name="Google Shape;3681;p65"/>
              <p:cNvSpPr/>
              <p:nvPr/>
            </p:nvSpPr>
            <p:spPr>
              <a:xfrm>
                <a:off x="4648680" y="3341160"/>
                <a:ext cx="59040" cy="178200"/>
              </a:xfrm>
              <a:custGeom>
                <a:avLst/>
                <a:gdLst>
                  <a:gd name="textAreaLeft" fmla="*/ 0 w 59040"/>
                  <a:gd name="textAreaRight" fmla="*/ 59400 w 59040"/>
                  <a:gd name="textAreaTop" fmla="*/ 0 h 178200"/>
                  <a:gd name="textAreaBottom" fmla="*/ 178560 h 178200"/>
                </a:gdLst>
                <a:ahLst/>
                <a:cxnLst/>
                <a:rect l="textAreaLeft" t="textAreaTop" r="textAreaRight" b="textAreaBottom"/>
                <a:pathLst>
                  <a:path w="3514" h="10537">
                    <a:moveTo>
                      <a:pt x="2342" y="1171"/>
                    </a:moveTo>
                    <a:lnTo>
                      <a:pt x="2342" y="9367"/>
                    </a:lnTo>
                    <a:lnTo>
                      <a:pt x="1171" y="9367"/>
                    </a:lnTo>
                    <a:lnTo>
                      <a:pt x="1171" y="1171"/>
                    </a:lnTo>
                    <a:close/>
                    <a:moveTo>
                      <a:pt x="586" y="0"/>
                    </a:moveTo>
                    <a:cubicBezTo>
                      <a:pt x="264" y="0"/>
                      <a:pt x="0" y="262"/>
                      <a:pt x="0" y="586"/>
                    </a:cubicBezTo>
                    <a:lnTo>
                      <a:pt x="0" y="9951"/>
                    </a:lnTo>
                    <a:cubicBezTo>
                      <a:pt x="0" y="10275"/>
                      <a:pt x="264" y="10537"/>
                      <a:pt x="586" y="10537"/>
                    </a:cubicBezTo>
                    <a:lnTo>
                      <a:pt x="2928" y="10537"/>
                    </a:lnTo>
                    <a:cubicBezTo>
                      <a:pt x="3252" y="10537"/>
                      <a:pt x="3514" y="10275"/>
                      <a:pt x="3514" y="9951"/>
                    </a:cubicBezTo>
                    <a:lnTo>
                      <a:pt x="3514" y="586"/>
                    </a:lnTo>
                    <a:cubicBezTo>
                      <a:pt x="3514" y="262"/>
                      <a:pt x="3252" y="0"/>
                      <a:pt x="292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9280" bIns="89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CO" sz="1800" b="0" u="none" strike="noStrike" noProof="0" dirty="0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03" name="Google Shape;3682;p65"/>
              <p:cNvSpPr/>
              <p:nvPr/>
            </p:nvSpPr>
            <p:spPr>
              <a:xfrm>
                <a:off x="4648680" y="3261960"/>
                <a:ext cx="59040" cy="59040"/>
              </a:xfrm>
              <a:custGeom>
                <a:avLst/>
                <a:gdLst>
                  <a:gd name="textAreaLeft" fmla="*/ 0 w 59040"/>
                  <a:gd name="textAreaRight" fmla="*/ 59400 w 59040"/>
                  <a:gd name="textAreaTop" fmla="*/ 0 h 59040"/>
                  <a:gd name="textAreaBottom" fmla="*/ 59400 h 59040"/>
                </a:gdLst>
                <a:ahLst/>
                <a:cxnLst/>
                <a:rect l="textAreaLeft" t="textAreaTop" r="textAreaRight" b="textAreaBottom"/>
                <a:pathLst>
                  <a:path w="3514" h="3514">
                    <a:moveTo>
                      <a:pt x="1757" y="1171"/>
                    </a:moveTo>
                    <a:cubicBezTo>
                      <a:pt x="2081" y="1171"/>
                      <a:pt x="2342" y="1435"/>
                      <a:pt x="2342" y="1757"/>
                    </a:cubicBezTo>
                    <a:cubicBezTo>
                      <a:pt x="2342" y="2080"/>
                      <a:pt x="2081" y="2342"/>
                      <a:pt x="1757" y="2342"/>
                    </a:cubicBezTo>
                    <a:cubicBezTo>
                      <a:pt x="1435" y="2342"/>
                      <a:pt x="1171" y="2080"/>
                      <a:pt x="1171" y="1757"/>
                    </a:cubicBezTo>
                    <a:cubicBezTo>
                      <a:pt x="1171" y="1435"/>
                      <a:pt x="1435" y="1171"/>
                      <a:pt x="1757" y="1171"/>
                    </a:cubicBezTo>
                    <a:close/>
                    <a:moveTo>
                      <a:pt x="1757" y="0"/>
                    </a:moveTo>
                    <a:cubicBezTo>
                      <a:pt x="789" y="0"/>
                      <a:pt x="0" y="789"/>
                      <a:pt x="0" y="1757"/>
                    </a:cubicBezTo>
                    <a:cubicBezTo>
                      <a:pt x="0" y="2726"/>
                      <a:pt x="789" y="3513"/>
                      <a:pt x="1757" y="3513"/>
                    </a:cubicBezTo>
                    <a:cubicBezTo>
                      <a:pt x="2726" y="3513"/>
                      <a:pt x="3514" y="2726"/>
                      <a:pt x="3514" y="1757"/>
                    </a:cubicBezTo>
                    <a:cubicBezTo>
                      <a:pt x="3514" y="789"/>
                      <a:pt x="2726" y="0"/>
                      <a:pt x="175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9520" bIns="29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CO" sz="1800" b="0" u="none" strike="noStrike" noProof="0" dirty="0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04" name="Google Shape;3683;p65"/>
              <p:cNvSpPr/>
              <p:nvPr/>
            </p:nvSpPr>
            <p:spPr>
              <a:xfrm>
                <a:off x="4727880" y="3340800"/>
                <a:ext cx="158400" cy="178200"/>
              </a:xfrm>
              <a:custGeom>
                <a:avLst/>
                <a:gdLst>
                  <a:gd name="textAreaLeft" fmla="*/ 0 w 158400"/>
                  <a:gd name="textAreaRight" fmla="*/ 158760 w 158400"/>
                  <a:gd name="textAreaTop" fmla="*/ 0 h 178200"/>
                  <a:gd name="textAreaBottom" fmla="*/ 178560 h 178200"/>
                </a:gdLst>
                <a:ahLst/>
                <a:cxnLst/>
                <a:rect l="textAreaLeft" t="textAreaTop" r="textAreaRight" b="textAreaBottom"/>
                <a:pathLst>
                  <a:path w="9368" h="10556">
                    <a:moveTo>
                      <a:pt x="5559" y="1173"/>
                    </a:moveTo>
                    <a:cubicBezTo>
                      <a:pt x="5720" y="1173"/>
                      <a:pt x="5883" y="1186"/>
                      <a:pt x="6044" y="1212"/>
                    </a:cubicBezTo>
                    <a:cubicBezTo>
                      <a:pt x="7422" y="1435"/>
                      <a:pt x="8196" y="2535"/>
                      <a:pt x="8196" y="3669"/>
                    </a:cubicBezTo>
                    <a:lnTo>
                      <a:pt x="8196" y="9386"/>
                    </a:lnTo>
                    <a:lnTo>
                      <a:pt x="7025" y="9386"/>
                    </a:lnTo>
                    <a:lnTo>
                      <a:pt x="7025" y="4702"/>
                    </a:lnTo>
                    <a:cubicBezTo>
                      <a:pt x="7025" y="3411"/>
                      <a:pt x="5975" y="2360"/>
                      <a:pt x="4683" y="2360"/>
                    </a:cubicBezTo>
                    <a:cubicBezTo>
                      <a:pt x="3392" y="2360"/>
                      <a:pt x="2341" y="3411"/>
                      <a:pt x="2341" y="4702"/>
                    </a:cubicBezTo>
                    <a:lnTo>
                      <a:pt x="2341" y="9386"/>
                    </a:lnTo>
                    <a:lnTo>
                      <a:pt x="1170" y="9386"/>
                    </a:lnTo>
                    <a:lnTo>
                      <a:pt x="1170" y="1190"/>
                    </a:lnTo>
                    <a:lnTo>
                      <a:pt x="2341" y="1190"/>
                    </a:lnTo>
                    <a:lnTo>
                      <a:pt x="2341" y="1776"/>
                    </a:lnTo>
                    <a:cubicBezTo>
                      <a:pt x="2341" y="2011"/>
                      <a:pt x="2484" y="2225"/>
                      <a:pt x="2704" y="2316"/>
                    </a:cubicBezTo>
                    <a:cubicBezTo>
                      <a:pt x="2776" y="2346"/>
                      <a:pt x="2852" y="2361"/>
                      <a:pt x="2928" y="2361"/>
                    </a:cubicBezTo>
                    <a:cubicBezTo>
                      <a:pt x="3080" y="2361"/>
                      <a:pt x="3229" y="2301"/>
                      <a:pt x="3341" y="2190"/>
                    </a:cubicBezTo>
                    <a:lnTo>
                      <a:pt x="3615" y="1916"/>
                    </a:lnTo>
                    <a:cubicBezTo>
                      <a:pt x="4086" y="1443"/>
                      <a:pt x="4813" y="1173"/>
                      <a:pt x="5559" y="1173"/>
                    </a:cubicBezTo>
                    <a:close/>
                    <a:moveTo>
                      <a:pt x="5553" y="0"/>
                    </a:moveTo>
                    <a:cubicBezTo>
                      <a:pt x="4823" y="0"/>
                      <a:pt x="4110" y="189"/>
                      <a:pt x="3509" y="536"/>
                    </a:cubicBezTo>
                    <a:cubicBezTo>
                      <a:pt x="3475" y="246"/>
                      <a:pt x="3227" y="19"/>
                      <a:pt x="2927" y="19"/>
                    </a:cubicBezTo>
                    <a:lnTo>
                      <a:pt x="586" y="19"/>
                    </a:lnTo>
                    <a:cubicBezTo>
                      <a:pt x="262" y="19"/>
                      <a:pt x="1" y="281"/>
                      <a:pt x="1" y="605"/>
                    </a:cubicBezTo>
                    <a:lnTo>
                      <a:pt x="1" y="9970"/>
                    </a:lnTo>
                    <a:cubicBezTo>
                      <a:pt x="1" y="10294"/>
                      <a:pt x="262" y="10556"/>
                      <a:pt x="586" y="10556"/>
                    </a:cubicBezTo>
                    <a:lnTo>
                      <a:pt x="2927" y="10556"/>
                    </a:lnTo>
                    <a:cubicBezTo>
                      <a:pt x="3250" y="10556"/>
                      <a:pt x="3512" y="10294"/>
                      <a:pt x="3512" y="9970"/>
                    </a:cubicBezTo>
                    <a:lnTo>
                      <a:pt x="3512" y="4702"/>
                    </a:lnTo>
                    <a:cubicBezTo>
                      <a:pt x="3512" y="4056"/>
                      <a:pt x="4038" y="3531"/>
                      <a:pt x="4683" y="3531"/>
                    </a:cubicBezTo>
                    <a:cubicBezTo>
                      <a:pt x="5329" y="3531"/>
                      <a:pt x="5854" y="4056"/>
                      <a:pt x="5854" y="4702"/>
                    </a:cubicBezTo>
                    <a:lnTo>
                      <a:pt x="5854" y="9970"/>
                    </a:lnTo>
                    <a:cubicBezTo>
                      <a:pt x="5854" y="10294"/>
                      <a:pt x="6116" y="10556"/>
                      <a:pt x="6440" y="10556"/>
                    </a:cubicBezTo>
                    <a:lnTo>
                      <a:pt x="8782" y="10556"/>
                    </a:lnTo>
                    <a:cubicBezTo>
                      <a:pt x="9104" y="10556"/>
                      <a:pt x="9368" y="10294"/>
                      <a:pt x="9368" y="9970"/>
                    </a:cubicBezTo>
                    <a:lnTo>
                      <a:pt x="9368" y="3669"/>
                    </a:lnTo>
                    <a:cubicBezTo>
                      <a:pt x="9368" y="1921"/>
                      <a:pt x="8131" y="364"/>
                      <a:pt x="6231" y="55"/>
                    </a:cubicBezTo>
                    <a:cubicBezTo>
                      <a:pt x="6005" y="18"/>
                      <a:pt x="5779" y="0"/>
                      <a:pt x="55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9280" bIns="89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CO" sz="1800" b="0" u="none" strike="noStrike" noProof="0" dirty="0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05" name="Google Shape;3684;p65"/>
              <p:cNvSpPr/>
              <p:nvPr/>
            </p:nvSpPr>
            <p:spPr>
              <a:xfrm>
                <a:off x="4598280" y="3221640"/>
                <a:ext cx="338040" cy="338040"/>
              </a:xfrm>
              <a:custGeom>
                <a:avLst/>
                <a:gdLst>
                  <a:gd name="textAreaLeft" fmla="*/ 0 w 338040"/>
                  <a:gd name="textAreaRight" fmla="*/ 338400 w 338040"/>
                  <a:gd name="textAreaTop" fmla="*/ 0 h 338040"/>
                  <a:gd name="textAreaBottom" fmla="*/ 338400 h 338040"/>
                </a:gdLst>
                <a:ahLst/>
                <a:cxnLst/>
                <a:rect l="textAreaLeft" t="textAreaTop" r="textAreaRight" b="textAreaBottom"/>
                <a:pathLst>
                  <a:path w="19982" h="19982">
                    <a:moveTo>
                      <a:pt x="17015" y="1170"/>
                    </a:moveTo>
                    <a:cubicBezTo>
                      <a:pt x="17989" y="1170"/>
                      <a:pt x="18810" y="1993"/>
                      <a:pt x="18810" y="2966"/>
                    </a:cubicBezTo>
                    <a:lnTo>
                      <a:pt x="18810" y="17015"/>
                    </a:lnTo>
                    <a:cubicBezTo>
                      <a:pt x="18810" y="17990"/>
                      <a:pt x="17989" y="18811"/>
                      <a:pt x="17015" y="18811"/>
                    </a:cubicBezTo>
                    <a:lnTo>
                      <a:pt x="2965" y="18811"/>
                    </a:lnTo>
                    <a:cubicBezTo>
                      <a:pt x="1992" y="18811"/>
                      <a:pt x="1170" y="17990"/>
                      <a:pt x="1170" y="17015"/>
                    </a:cubicBezTo>
                    <a:lnTo>
                      <a:pt x="1170" y="2966"/>
                    </a:lnTo>
                    <a:cubicBezTo>
                      <a:pt x="1170" y="1993"/>
                      <a:pt x="1992" y="1170"/>
                      <a:pt x="2965" y="1170"/>
                    </a:cubicBezTo>
                    <a:close/>
                    <a:moveTo>
                      <a:pt x="2965" y="1"/>
                    </a:moveTo>
                    <a:cubicBezTo>
                      <a:pt x="1347" y="1"/>
                      <a:pt x="0" y="1349"/>
                      <a:pt x="0" y="2966"/>
                    </a:cubicBezTo>
                    <a:lnTo>
                      <a:pt x="0" y="17015"/>
                    </a:lnTo>
                    <a:cubicBezTo>
                      <a:pt x="0" y="18635"/>
                      <a:pt x="1348" y="19982"/>
                      <a:pt x="2965" y="19982"/>
                    </a:cubicBezTo>
                    <a:lnTo>
                      <a:pt x="17017" y="19982"/>
                    </a:lnTo>
                    <a:cubicBezTo>
                      <a:pt x="18635" y="19982"/>
                      <a:pt x="19981" y="18634"/>
                      <a:pt x="19981" y="17015"/>
                    </a:cubicBezTo>
                    <a:lnTo>
                      <a:pt x="19981" y="2966"/>
                    </a:lnTo>
                    <a:cubicBezTo>
                      <a:pt x="19981" y="1347"/>
                      <a:pt x="18633" y="1"/>
                      <a:pt x="170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s-CO" sz="1800" b="0" u="none" strike="noStrike" noProof="0" dirty="0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906" name="Google Shape;3685;p65"/>
            <p:cNvSpPr/>
            <p:nvPr/>
          </p:nvSpPr>
          <p:spPr>
            <a:xfrm>
              <a:off x="5074920" y="3252240"/>
              <a:ext cx="339840" cy="276840"/>
            </a:xfrm>
            <a:custGeom>
              <a:avLst/>
              <a:gdLst>
                <a:gd name="textAreaLeft" fmla="*/ 0 w 339840"/>
                <a:gd name="textAreaRight" fmla="*/ 340200 w 339840"/>
                <a:gd name="textAreaTop" fmla="*/ 0 h 276840"/>
                <a:gd name="textAreaBottom" fmla="*/ 277200 h 276840"/>
              </a:gdLst>
              <a:ahLst/>
              <a:cxnLst/>
              <a:rect l="textAreaLeft" t="textAreaTop" r="textAreaRight" b="textAreaBottom"/>
              <a:pathLst>
                <a:path w="20081" h="16377">
                  <a:moveTo>
                    <a:pt x="13632" y="1165"/>
                  </a:moveTo>
                  <a:cubicBezTo>
                    <a:pt x="14903" y="1165"/>
                    <a:pt x="15458" y="1658"/>
                    <a:pt x="15826" y="1984"/>
                  </a:cubicBezTo>
                  <a:cubicBezTo>
                    <a:pt x="16040" y="2173"/>
                    <a:pt x="16244" y="2353"/>
                    <a:pt x="16548" y="2353"/>
                  </a:cubicBezTo>
                  <a:cubicBezTo>
                    <a:pt x="16762" y="2353"/>
                    <a:pt x="17038" y="2293"/>
                    <a:pt x="17344" y="2196"/>
                  </a:cubicBezTo>
                  <a:lnTo>
                    <a:pt x="17344" y="2196"/>
                  </a:lnTo>
                  <a:cubicBezTo>
                    <a:pt x="17236" y="2288"/>
                    <a:pt x="17119" y="2376"/>
                    <a:pt x="16995" y="2461"/>
                  </a:cubicBezTo>
                  <a:cubicBezTo>
                    <a:pt x="16780" y="2612"/>
                    <a:pt x="16689" y="2889"/>
                    <a:pt x="16778" y="3137"/>
                  </a:cubicBezTo>
                  <a:cubicBezTo>
                    <a:pt x="16861" y="3373"/>
                    <a:pt x="17082" y="3528"/>
                    <a:pt x="17329" y="3528"/>
                  </a:cubicBezTo>
                  <a:cubicBezTo>
                    <a:pt x="17343" y="3528"/>
                    <a:pt x="17358" y="3527"/>
                    <a:pt x="17372" y="3526"/>
                  </a:cubicBezTo>
                  <a:cubicBezTo>
                    <a:pt x="17475" y="3519"/>
                    <a:pt x="17576" y="3508"/>
                    <a:pt x="17680" y="3494"/>
                  </a:cubicBezTo>
                  <a:lnTo>
                    <a:pt x="17680" y="3494"/>
                  </a:lnTo>
                  <a:cubicBezTo>
                    <a:pt x="17275" y="3802"/>
                    <a:pt x="16921" y="3990"/>
                    <a:pt x="16937" y="4786"/>
                  </a:cubicBezTo>
                  <a:cubicBezTo>
                    <a:pt x="16937" y="4826"/>
                    <a:pt x="16939" y="4881"/>
                    <a:pt x="16939" y="4971"/>
                  </a:cubicBezTo>
                  <a:cubicBezTo>
                    <a:pt x="16939" y="6510"/>
                    <a:pt x="16350" y="9097"/>
                    <a:pt x="14694" y="11320"/>
                  </a:cubicBezTo>
                  <a:cubicBezTo>
                    <a:pt x="13372" y="13093"/>
                    <a:pt x="10896" y="15207"/>
                    <a:pt x="6611" y="15207"/>
                  </a:cubicBezTo>
                  <a:cubicBezTo>
                    <a:pt x="5368" y="15207"/>
                    <a:pt x="4159" y="14996"/>
                    <a:pt x="3001" y="14582"/>
                  </a:cubicBezTo>
                  <a:cubicBezTo>
                    <a:pt x="4359" y="14345"/>
                    <a:pt x="5612" y="13799"/>
                    <a:pt x="6698" y="12960"/>
                  </a:cubicBezTo>
                  <a:cubicBezTo>
                    <a:pt x="6893" y="12812"/>
                    <a:pt x="6972" y="12557"/>
                    <a:pt x="6900" y="12323"/>
                  </a:cubicBezTo>
                  <a:cubicBezTo>
                    <a:pt x="6827" y="12090"/>
                    <a:pt x="6617" y="11925"/>
                    <a:pt x="6372" y="11913"/>
                  </a:cubicBezTo>
                  <a:cubicBezTo>
                    <a:pt x="5203" y="11849"/>
                    <a:pt x="4280" y="11209"/>
                    <a:pt x="3767" y="10448"/>
                  </a:cubicBezTo>
                  <a:cubicBezTo>
                    <a:pt x="3968" y="10434"/>
                    <a:pt x="4207" y="10404"/>
                    <a:pt x="4564" y="10340"/>
                  </a:cubicBezTo>
                  <a:cubicBezTo>
                    <a:pt x="4832" y="10294"/>
                    <a:pt x="5030" y="10071"/>
                    <a:pt x="5047" y="9801"/>
                  </a:cubicBezTo>
                  <a:cubicBezTo>
                    <a:pt x="5065" y="9532"/>
                    <a:pt x="4895" y="9286"/>
                    <a:pt x="4637" y="9205"/>
                  </a:cubicBezTo>
                  <a:cubicBezTo>
                    <a:pt x="3296" y="8787"/>
                    <a:pt x="2498" y="8025"/>
                    <a:pt x="2180" y="6838"/>
                  </a:cubicBezTo>
                  <a:lnTo>
                    <a:pt x="2180" y="6838"/>
                  </a:lnTo>
                  <a:cubicBezTo>
                    <a:pt x="2390" y="6891"/>
                    <a:pt x="2642" y="6933"/>
                    <a:pt x="3057" y="6986"/>
                  </a:cubicBezTo>
                  <a:cubicBezTo>
                    <a:pt x="3081" y="6989"/>
                    <a:pt x="3105" y="6991"/>
                    <a:pt x="3129" y="6991"/>
                  </a:cubicBezTo>
                  <a:cubicBezTo>
                    <a:pt x="3359" y="6991"/>
                    <a:pt x="3571" y="6854"/>
                    <a:pt x="3666" y="6640"/>
                  </a:cubicBezTo>
                  <a:cubicBezTo>
                    <a:pt x="3770" y="6403"/>
                    <a:pt x="3707" y="6125"/>
                    <a:pt x="3508" y="5957"/>
                  </a:cubicBezTo>
                  <a:cubicBezTo>
                    <a:pt x="2014" y="4697"/>
                    <a:pt x="1936" y="3409"/>
                    <a:pt x="2210" y="2373"/>
                  </a:cubicBezTo>
                  <a:lnTo>
                    <a:pt x="2210" y="2373"/>
                  </a:lnTo>
                  <a:cubicBezTo>
                    <a:pt x="4267" y="4464"/>
                    <a:pt x="6801" y="5670"/>
                    <a:pt x="9880" y="5882"/>
                  </a:cubicBezTo>
                  <a:cubicBezTo>
                    <a:pt x="9894" y="5883"/>
                    <a:pt x="9908" y="5884"/>
                    <a:pt x="9921" y="5884"/>
                  </a:cubicBezTo>
                  <a:cubicBezTo>
                    <a:pt x="10265" y="5884"/>
                    <a:pt x="10539" y="5586"/>
                    <a:pt x="10503" y="5239"/>
                  </a:cubicBezTo>
                  <a:cubicBezTo>
                    <a:pt x="10372" y="3940"/>
                    <a:pt x="10634" y="2919"/>
                    <a:pt x="11281" y="2203"/>
                  </a:cubicBezTo>
                  <a:cubicBezTo>
                    <a:pt x="11975" y="1437"/>
                    <a:pt x="12981" y="1165"/>
                    <a:pt x="13632" y="1165"/>
                  </a:cubicBezTo>
                  <a:close/>
                  <a:moveTo>
                    <a:pt x="13631" y="1"/>
                  </a:moveTo>
                  <a:cubicBezTo>
                    <a:pt x="12698" y="1"/>
                    <a:pt x="11363" y="368"/>
                    <a:pt x="10413" y="1418"/>
                  </a:cubicBezTo>
                  <a:cubicBezTo>
                    <a:pt x="9665" y="2245"/>
                    <a:pt x="9291" y="3332"/>
                    <a:pt x="9300" y="4649"/>
                  </a:cubicBezTo>
                  <a:cubicBezTo>
                    <a:pt x="6556" y="4315"/>
                    <a:pt x="4306" y="3079"/>
                    <a:pt x="2438" y="887"/>
                  </a:cubicBezTo>
                  <a:cubicBezTo>
                    <a:pt x="2327" y="756"/>
                    <a:pt x="2163" y="681"/>
                    <a:pt x="1993" y="681"/>
                  </a:cubicBezTo>
                  <a:cubicBezTo>
                    <a:pt x="1966" y="681"/>
                    <a:pt x="1938" y="683"/>
                    <a:pt x="1911" y="687"/>
                  </a:cubicBezTo>
                  <a:cubicBezTo>
                    <a:pt x="1713" y="715"/>
                    <a:pt x="1541" y="843"/>
                    <a:pt x="1460" y="1025"/>
                  </a:cubicBezTo>
                  <a:cubicBezTo>
                    <a:pt x="1207" y="1582"/>
                    <a:pt x="876" y="2444"/>
                    <a:pt x="922" y="3466"/>
                  </a:cubicBezTo>
                  <a:cubicBezTo>
                    <a:pt x="952" y="4138"/>
                    <a:pt x="1138" y="4773"/>
                    <a:pt x="1479" y="5368"/>
                  </a:cubicBezTo>
                  <a:cubicBezTo>
                    <a:pt x="1469" y="5367"/>
                    <a:pt x="1459" y="5367"/>
                    <a:pt x="1449" y="5367"/>
                  </a:cubicBezTo>
                  <a:cubicBezTo>
                    <a:pt x="1114" y="5367"/>
                    <a:pt x="843" y="5650"/>
                    <a:pt x="865" y="5990"/>
                  </a:cubicBezTo>
                  <a:cubicBezTo>
                    <a:pt x="963" y="7455"/>
                    <a:pt x="1501" y="8589"/>
                    <a:pt x="2470" y="9380"/>
                  </a:cubicBezTo>
                  <a:cubicBezTo>
                    <a:pt x="2284" y="9528"/>
                    <a:pt x="2208" y="9773"/>
                    <a:pt x="2274" y="9999"/>
                  </a:cubicBezTo>
                  <a:cubicBezTo>
                    <a:pt x="2578" y="11057"/>
                    <a:pt x="3469" y="12207"/>
                    <a:pt x="4833" y="12757"/>
                  </a:cubicBezTo>
                  <a:cubicBezTo>
                    <a:pt x="3802" y="13279"/>
                    <a:pt x="2644" y="13546"/>
                    <a:pt x="1412" y="13546"/>
                  </a:cubicBezTo>
                  <a:cubicBezTo>
                    <a:pt x="1173" y="13546"/>
                    <a:pt x="932" y="13536"/>
                    <a:pt x="689" y="13516"/>
                  </a:cubicBezTo>
                  <a:cubicBezTo>
                    <a:pt x="673" y="13515"/>
                    <a:pt x="658" y="13514"/>
                    <a:pt x="642" y="13514"/>
                  </a:cubicBezTo>
                  <a:cubicBezTo>
                    <a:pt x="390" y="13514"/>
                    <a:pt x="164" y="13676"/>
                    <a:pt x="84" y="13919"/>
                  </a:cubicBezTo>
                  <a:cubicBezTo>
                    <a:pt x="0" y="14177"/>
                    <a:pt x="105" y="14460"/>
                    <a:pt x="338" y="14600"/>
                  </a:cubicBezTo>
                  <a:cubicBezTo>
                    <a:pt x="2284" y="15778"/>
                    <a:pt x="4395" y="16376"/>
                    <a:pt x="6611" y="16376"/>
                  </a:cubicBezTo>
                  <a:cubicBezTo>
                    <a:pt x="11382" y="16376"/>
                    <a:pt x="14151" y="14008"/>
                    <a:pt x="15631" y="12019"/>
                  </a:cubicBezTo>
                  <a:cubicBezTo>
                    <a:pt x="17461" y="9567"/>
                    <a:pt x="18108" y="6689"/>
                    <a:pt x="18108" y="4971"/>
                  </a:cubicBezTo>
                  <a:cubicBezTo>
                    <a:pt x="18108" y="4747"/>
                    <a:pt x="18103" y="4701"/>
                    <a:pt x="18110" y="4637"/>
                  </a:cubicBezTo>
                  <a:cubicBezTo>
                    <a:pt x="18336" y="4435"/>
                    <a:pt x="18964" y="4133"/>
                    <a:pt x="19935" y="2718"/>
                  </a:cubicBezTo>
                  <a:cubicBezTo>
                    <a:pt x="20080" y="2505"/>
                    <a:pt x="20070" y="2221"/>
                    <a:pt x="19909" y="2019"/>
                  </a:cubicBezTo>
                  <a:cubicBezTo>
                    <a:pt x="19795" y="1879"/>
                    <a:pt x="19625" y="1801"/>
                    <a:pt x="19451" y="1801"/>
                  </a:cubicBezTo>
                  <a:cubicBezTo>
                    <a:pt x="19377" y="1801"/>
                    <a:pt x="19303" y="1815"/>
                    <a:pt x="19231" y="1844"/>
                  </a:cubicBezTo>
                  <a:cubicBezTo>
                    <a:pt x="19194" y="1860"/>
                    <a:pt x="19155" y="1874"/>
                    <a:pt x="19118" y="1890"/>
                  </a:cubicBezTo>
                  <a:cubicBezTo>
                    <a:pt x="19269" y="1630"/>
                    <a:pt x="19392" y="1356"/>
                    <a:pt x="19490" y="1062"/>
                  </a:cubicBezTo>
                  <a:cubicBezTo>
                    <a:pt x="19564" y="841"/>
                    <a:pt x="19498" y="598"/>
                    <a:pt x="19327" y="443"/>
                  </a:cubicBezTo>
                  <a:cubicBezTo>
                    <a:pt x="19217" y="344"/>
                    <a:pt x="19076" y="292"/>
                    <a:pt x="18934" y="292"/>
                  </a:cubicBezTo>
                  <a:cubicBezTo>
                    <a:pt x="18853" y="292"/>
                    <a:pt x="18771" y="309"/>
                    <a:pt x="18694" y="344"/>
                  </a:cubicBezTo>
                  <a:cubicBezTo>
                    <a:pt x="18690" y="345"/>
                    <a:pt x="18676" y="351"/>
                    <a:pt x="18651" y="363"/>
                  </a:cubicBezTo>
                  <a:cubicBezTo>
                    <a:pt x="17724" y="830"/>
                    <a:pt x="16999" y="1103"/>
                    <a:pt x="16670" y="1166"/>
                  </a:cubicBezTo>
                  <a:cubicBezTo>
                    <a:pt x="16647" y="1147"/>
                    <a:pt x="16624" y="1126"/>
                    <a:pt x="16603" y="1106"/>
                  </a:cubicBezTo>
                  <a:cubicBezTo>
                    <a:pt x="16194" y="745"/>
                    <a:pt x="15347" y="1"/>
                    <a:pt x="1363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CO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355</TotalTime>
  <Words>162</Words>
  <Application>Microsoft Office PowerPoint</Application>
  <PresentationFormat>Presentación en pantalla (16:9)</PresentationFormat>
  <Paragraphs>52</Paragraphs>
  <Slides>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7</vt:i4>
      </vt:variant>
    </vt:vector>
  </HeadingPairs>
  <TitlesOfParts>
    <vt:vector size="20" baseType="lpstr">
      <vt:lpstr>Aptos</vt:lpstr>
      <vt:lpstr>Arial</vt:lpstr>
      <vt:lpstr>Barlow Semi Condensed</vt:lpstr>
      <vt:lpstr>Barlow Semi Condensed Medium</vt:lpstr>
      <vt:lpstr>Calibri</vt:lpstr>
      <vt:lpstr>Fjalla One</vt:lpstr>
      <vt:lpstr>OpenSymbol</vt:lpstr>
      <vt:lpstr>Symbol</vt:lpstr>
      <vt:lpstr>Wingdings</vt:lpstr>
      <vt:lpstr>Technology Consulting by Slidesgo</vt:lpstr>
      <vt:lpstr>Technology Consulting by Slidesgo</vt:lpstr>
      <vt:lpstr>Technology Consulting by Slidesgo</vt:lpstr>
      <vt:lpstr>Slidesgo Final Pages</vt:lpstr>
      <vt:lpstr>Capacitación Técnica de Actualización  </vt:lpstr>
      <vt:lpstr>¿Qué cambió y por qué?</vt:lpstr>
      <vt:lpstr>Presentación de PowerPoint</vt:lpstr>
      <vt:lpstr>Presentación de PowerPoint</vt:lpstr>
      <vt:lpstr>Presentación de PowerPoint</vt:lpstr>
      <vt:lpstr>Presentación de PowerPoint</vt:lpstr>
      <vt:lpstr>Thanks!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Ruben Felipe Tovar Aviles</cp:lastModifiedBy>
  <cp:revision>10</cp:revision>
  <dcterms:modified xsi:type="dcterms:W3CDTF">2026-03-13T14:29:45Z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2026-03-05T13:36:29Z</dcterms:created>
  <dc:creator>Unknown Creator</dc:creator>
  <dc:description/>
  <dc:language>en-US</dc:language>
  <cp:lastModifiedBy>Unknown Creator</cp:lastModifiedBy>
  <dcterms:modified xsi:type="dcterms:W3CDTF">2026-03-05T13:36:29Z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